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media/image1.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media/image2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535353"/>
        </a:solidFill>
        <a:effectLst/>
        <a:uFillTx/>
        <a:latin typeface="+mn-lt"/>
        <a:ea typeface="+mn-ea"/>
        <a:cs typeface="+mn-cs"/>
        <a:sym typeface="Gill Sans Light"/>
      </a:defRPr>
    </a:lvl1pPr>
    <a:lvl2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535353"/>
        </a:solidFill>
        <a:effectLst/>
        <a:uFillTx/>
        <a:latin typeface="+mn-lt"/>
        <a:ea typeface="+mn-ea"/>
        <a:cs typeface="+mn-cs"/>
        <a:sym typeface="Gill Sans Light"/>
      </a:defRPr>
    </a:lvl2pPr>
    <a:lvl3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535353"/>
        </a:solidFill>
        <a:effectLst/>
        <a:uFillTx/>
        <a:latin typeface="+mn-lt"/>
        <a:ea typeface="+mn-ea"/>
        <a:cs typeface="+mn-cs"/>
        <a:sym typeface="Gill Sans Light"/>
      </a:defRPr>
    </a:lvl3pPr>
    <a:lvl4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535353"/>
        </a:solidFill>
        <a:effectLst/>
        <a:uFillTx/>
        <a:latin typeface="+mn-lt"/>
        <a:ea typeface="+mn-ea"/>
        <a:cs typeface="+mn-cs"/>
        <a:sym typeface="Gill Sans Light"/>
      </a:defRPr>
    </a:lvl4pPr>
    <a:lvl5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535353"/>
        </a:solidFill>
        <a:effectLst/>
        <a:uFillTx/>
        <a:latin typeface="+mn-lt"/>
        <a:ea typeface="+mn-ea"/>
        <a:cs typeface="+mn-cs"/>
        <a:sym typeface="Gill Sans Light"/>
      </a:defRPr>
    </a:lvl5pPr>
    <a:lvl6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535353"/>
        </a:solidFill>
        <a:effectLst/>
        <a:uFillTx/>
        <a:latin typeface="+mn-lt"/>
        <a:ea typeface="+mn-ea"/>
        <a:cs typeface="+mn-cs"/>
        <a:sym typeface="Gill Sans Light"/>
      </a:defRPr>
    </a:lvl6pPr>
    <a:lvl7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535353"/>
        </a:solidFill>
        <a:effectLst/>
        <a:uFillTx/>
        <a:latin typeface="+mn-lt"/>
        <a:ea typeface="+mn-ea"/>
        <a:cs typeface="+mn-cs"/>
        <a:sym typeface="Gill Sans Light"/>
      </a:defRPr>
    </a:lvl7pPr>
    <a:lvl8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535353"/>
        </a:solidFill>
        <a:effectLst/>
        <a:uFillTx/>
        <a:latin typeface="+mn-lt"/>
        <a:ea typeface="+mn-ea"/>
        <a:cs typeface="+mn-cs"/>
        <a:sym typeface="Gill Sans Light"/>
      </a:defRPr>
    </a:lvl8pPr>
    <a:lvl9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535353"/>
        </a:solidFill>
        <a:effectLst/>
        <a:uFillTx/>
        <a:latin typeface="+mn-lt"/>
        <a:ea typeface="+mn-ea"/>
        <a:cs typeface="+mn-cs"/>
        <a:sym typeface="Gill Sans Light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5A5F5E"/>
        </a:fontRef>
        <a:srgbClr val="5A5F5E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000000">
              <a:alpha val="5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solidFill>
            <a:srgbClr val="AB1802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solidFill>
            <a:srgbClr val="808785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5A5F5E"/>
        </a:fontRef>
        <a:srgbClr val="5A5F5E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000000">
              <a:alpha val="5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solidFill>
            <a:srgbClr val="808785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solidFill>
            <a:srgbClr val="AB1802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solidFill>
            <a:srgbClr val="AB180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5A5F5E"/>
        </a:fontRef>
        <a:srgbClr val="5A5F5E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000000">
              <a:alpha val="5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6">
              <a:satOff val="1848"/>
              <a:lumOff val="-15262"/>
            </a:schemeClr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chemeClr val="accent6">
                  <a:satOff val="1848"/>
                  <a:lumOff val="-15262"/>
                </a:schemeClr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6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chemeClr val="accent6">
                  <a:satOff val="1848"/>
                  <a:lumOff val="-15262"/>
                </a:schemeClr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5A5F5E"/>
        </a:fontRef>
        <a:srgbClr val="5A5F5E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000000">
              <a:alpha val="5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808785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5E6E5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5A5F5E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5A5F5E"/>
        </a:fontRef>
        <a:srgbClr val="5A5F5E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BEBEB"/>
          </a:solidFill>
        </a:fill>
      </a:tcStyle>
    </a:band2H>
    <a:firstCol>
      <a:tcTxStyle b="off" i="off">
        <a:fontRef idx="minor">
          <a:srgbClr val="5A5F5E"/>
        </a:fontRef>
        <a:srgbClr val="5A5F5E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solidFill>
            <a:srgbClr val="E5E6E5"/>
          </a:solidFill>
        </a:fill>
      </a:tcStyle>
    </a:firstCol>
    <a:lastRow>
      <a:tcTxStyle b="off" i="off">
        <a:fontRef idx="minor">
          <a:srgbClr val="5A5F5E"/>
        </a:fontRef>
        <a:srgbClr val="5A5F5E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solidFill>
            <a:srgbClr val="CCCCCC"/>
          </a:solidFill>
        </a:fill>
      </a:tcStyle>
    </a:lastRow>
    <a:firstRow>
      <a:tcTxStyle b="off" i="off">
        <a:fontRef idx="minor">
          <a:srgbClr val="5A5F5E"/>
        </a:fontRef>
        <a:srgbClr val="5A5F5E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solidFill>
            <a:srgbClr val="CCCCCC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C8C8C8"/>
              </a:solidFill>
              <a:prstDash val="solid"/>
              <a:miter lim="400000"/>
            </a:ln>
          </a:left>
          <a:right>
            <a:ln w="12700" cap="flat">
              <a:solidFill>
                <a:srgbClr val="C8C8C8"/>
              </a:solidFill>
              <a:prstDash val="solid"/>
              <a:miter lim="400000"/>
            </a:ln>
          </a:right>
          <a:top>
            <a:ln w="12700" cap="flat">
              <a:solidFill>
                <a:srgbClr val="5A5F5E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A5F5E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A5F5E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C8C8C8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000000">
              <a:alpha val="5000"/>
            </a:srgbClr>
          </a:solidFill>
        </a:fill>
      </a:tcStyle>
    </a:band2H>
    <a:firstCo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5A5F5E"/>
              </a:solidFill>
              <a:prstDash val="solid"/>
              <a:miter lim="400000"/>
            </a:ln>
          </a:right>
          <a:top>
            <a:ln w="12700" cap="flat">
              <a:solidFill>
                <a:srgbClr val="C8C8C8"/>
              </a:solidFill>
              <a:prstDash val="solid"/>
              <a:miter lim="400000"/>
            </a:ln>
          </a:top>
          <a:bottom>
            <a:ln w="12700" cap="flat">
              <a:solidFill>
                <a:srgbClr val="C8C8C8"/>
              </a:solidFill>
              <a:prstDash val="solid"/>
              <a:miter lim="400000"/>
            </a:ln>
          </a:bottom>
          <a:insideH>
            <a:ln w="12700" cap="flat">
              <a:solidFill>
                <a:srgbClr val="C8C8C8"/>
              </a:solidFill>
              <a:prstDash val="solid"/>
              <a:miter lim="400000"/>
            </a:ln>
          </a:insideH>
          <a:insideV>
            <a:ln w="12700" cap="flat">
              <a:solidFill>
                <a:srgbClr val="C8C8C8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C8C8C8"/>
              </a:solidFill>
              <a:prstDash val="solid"/>
              <a:miter lim="400000"/>
            </a:ln>
          </a:left>
          <a:right>
            <a:ln w="12700" cap="flat">
              <a:solidFill>
                <a:srgbClr val="C8C8C8"/>
              </a:solidFill>
              <a:prstDash val="solid"/>
              <a:miter lim="400000"/>
            </a:ln>
          </a:right>
          <a:top>
            <a:ln w="12700" cap="flat">
              <a:solidFill>
                <a:srgbClr val="5A5F5E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C8C8C8"/>
              </a:solidFill>
              <a:prstDash val="solid"/>
              <a:miter lim="400000"/>
            </a:ln>
          </a:insideH>
          <a:insideV>
            <a:ln w="12700" cap="flat">
              <a:solidFill>
                <a:srgbClr val="C8C8C8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C8C8C8"/>
              </a:solidFill>
              <a:prstDash val="solid"/>
              <a:miter lim="400000"/>
            </a:ln>
          </a:left>
          <a:right>
            <a:ln w="12700" cap="flat">
              <a:solidFill>
                <a:srgbClr val="C8C8C8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5A5F5E"/>
              </a:solidFill>
              <a:prstDash val="solid"/>
              <a:miter lim="400000"/>
            </a:ln>
          </a:bottom>
          <a:insideH>
            <a:ln w="12700" cap="flat">
              <a:solidFill>
                <a:srgbClr val="C8C8C8"/>
              </a:solidFill>
              <a:prstDash val="solid"/>
              <a:miter lim="400000"/>
            </a:ln>
          </a:insideH>
          <a:insideV>
            <a:ln w="12700" cap="flat">
              <a:solidFill>
                <a:srgbClr val="C8C8C8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hape 140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1" name="Shape 141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73100" y="2870200"/>
            <a:ext cx="23050500" cy="4559300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673100" y="7416800"/>
            <a:ext cx="23050500" cy="18161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</a:lvl1pPr>
            <a:lvl2pPr marL="0" indent="0" algn="ctr">
              <a:spcBef>
                <a:spcPts val="0"/>
              </a:spcBef>
              <a:buSzTx/>
              <a:buNone/>
            </a:lvl2pPr>
            <a:lvl3pPr marL="0" indent="0" algn="ctr">
              <a:spcBef>
                <a:spcPts val="0"/>
              </a:spcBef>
              <a:buSzTx/>
              <a:buNone/>
            </a:lvl3pPr>
            <a:lvl4pPr marL="0" indent="0" algn="ctr">
              <a:spcBef>
                <a:spcPts val="0"/>
              </a:spcBef>
              <a:buSzTx/>
              <a:buNone/>
            </a:lvl4pPr>
            <a:lvl5pPr marL="0" indent="0" algn="ctr">
              <a:spcBef>
                <a:spcPts val="0"/>
              </a:spcBef>
              <a:buSzTx/>
              <a:buNone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rofile view of a red Ducati motorcycle"/>
          <p:cNvSpPr/>
          <p:nvPr>
            <p:ph type="pic" idx="21"/>
          </p:nvPr>
        </p:nvSpPr>
        <p:spPr>
          <a:xfrm>
            <a:off x="4280774" y="-1688429"/>
            <a:ext cx="15829857" cy="1184910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21" name="Title Text"/>
          <p:cNvSpPr txBox="1"/>
          <p:nvPr>
            <p:ph type="title"/>
          </p:nvPr>
        </p:nvSpPr>
        <p:spPr>
          <a:xfrm>
            <a:off x="2387600" y="9728200"/>
            <a:ext cx="19621500" cy="180340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2" name="Body Level One…"/>
          <p:cNvSpPr txBox="1"/>
          <p:nvPr>
            <p:ph type="body" sz="quarter" idx="1"/>
          </p:nvPr>
        </p:nvSpPr>
        <p:spPr>
          <a:xfrm>
            <a:off x="2387600" y="11518900"/>
            <a:ext cx="19621500" cy="16002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</a:lvl1pPr>
            <a:lvl2pPr marL="0" indent="0" algn="ctr">
              <a:spcBef>
                <a:spcPts val="0"/>
              </a:spcBef>
              <a:buSzTx/>
              <a:buNone/>
            </a:lvl2pPr>
            <a:lvl3pPr marL="0" indent="0" algn="ctr">
              <a:spcBef>
                <a:spcPts val="0"/>
              </a:spcBef>
              <a:buSzTx/>
              <a:buNone/>
            </a:lvl3pPr>
            <a:lvl4pPr marL="0" indent="0" algn="ctr">
              <a:spcBef>
                <a:spcPts val="0"/>
              </a:spcBef>
              <a:buSzTx/>
              <a:buNone/>
            </a:lvl4pPr>
            <a:lvl5pPr marL="0" indent="0" algn="ctr">
              <a:spcBef>
                <a:spcPts val="0"/>
              </a:spcBef>
              <a:buSzTx/>
              <a:buNone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/>
          <p:nvPr>
            <p:ph type="title"/>
          </p:nvPr>
        </p:nvSpPr>
        <p:spPr>
          <a:xfrm>
            <a:off x="673100" y="4572000"/>
            <a:ext cx="23050500" cy="455930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Front view of a red Ducati motorcycle"/>
          <p:cNvSpPr/>
          <p:nvPr>
            <p:ph type="pic" idx="21"/>
          </p:nvPr>
        </p:nvSpPr>
        <p:spPr>
          <a:xfrm>
            <a:off x="10590462" y="1511300"/>
            <a:ext cx="13644824" cy="12128732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39" name="Title Text"/>
          <p:cNvSpPr txBox="1"/>
          <p:nvPr>
            <p:ph type="title"/>
          </p:nvPr>
        </p:nvSpPr>
        <p:spPr>
          <a:xfrm>
            <a:off x="673100" y="1435100"/>
            <a:ext cx="11049000" cy="5461000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40" name="Body Level One…"/>
          <p:cNvSpPr txBox="1"/>
          <p:nvPr>
            <p:ph type="body" sz="quarter" idx="1"/>
          </p:nvPr>
        </p:nvSpPr>
        <p:spPr>
          <a:xfrm>
            <a:off x="673100" y="6870700"/>
            <a:ext cx="11049000" cy="54610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</a:lvl1pPr>
            <a:lvl2pPr marL="0" indent="0" algn="ctr">
              <a:spcBef>
                <a:spcPts val="0"/>
              </a:spcBef>
              <a:buSzTx/>
              <a:buNone/>
            </a:lvl2pPr>
            <a:lvl3pPr marL="0" indent="0" algn="ctr">
              <a:spcBef>
                <a:spcPts val="0"/>
              </a:spcBef>
              <a:buSzTx/>
              <a:buNone/>
            </a:lvl3pPr>
            <a:lvl4pPr marL="0" indent="0" algn="ctr">
              <a:spcBef>
                <a:spcPts val="0"/>
              </a:spcBef>
              <a:buSzTx/>
              <a:buNone/>
            </a:lvl4pPr>
            <a:lvl5pPr marL="0" indent="0" algn="ctr">
              <a:spcBef>
                <a:spcPts val="0"/>
              </a:spcBef>
              <a:buSzTx/>
              <a:buNone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7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 marL="736600" indent="-736600">
              <a:lnSpc>
                <a:spcPct val="120000"/>
              </a:lnSpc>
              <a:spcBef>
                <a:spcPts val="6500"/>
              </a:spcBef>
              <a:defRPr sz="6400"/>
            </a:lvl1pPr>
            <a:lvl2pPr marL="1473200" indent="-736600">
              <a:lnSpc>
                <a:spcPct val="120000"/>
              </a:lnSpc>
              <a:spcBef>
                <a:spcPts val="6500"/>
              </a:spcBef>
              <a:defRPr sz="6400"/>
            </a:lvl2pPr>
            <a:lvl3pPr marL="2209800" indent="-736600">
              <a:lnSpc>
                <a:spcPct val="120000"/>
              </a:lnSpc>
              <a:spcBef>
                <a:spcPts val="6500"/>
              </a:spcBef>
              <a:defRPr sz="6400"/>
            </a:lvl3pPr>
            <a:lvl4pPr marL="2946400" indent="-736600">
              <a:lnSpc>
                <a:spcPct val="120000"/>
              </a:lnSpc>
              <a:spcBef>
                <a:spcPts val="6500"/>
              </a:spcBef>
              <a:defRPr sz="6400"/>
            </a:lvl4pPr>
            <a:lvl5pPr marL="3683000" indent="-736600">
              <a:lnSpc>
                <a:spcPct val="120000"/>
              </a:lnSpc>
              <a:spcBef>
                <a:spcPts val="6500"/>
              </a:spcBef>
              <a:defRPr sz="6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Front view of a red Ducati motorcycle"/>
          <p:cNvSpPr/>
          <p:nvPr>
            <p:ph type="pic" sz="half" idx="21"/>
          </p:nvPr>
        </p:nvSpPr>
        <p:spPr>
          <a:xfrm>
            <a:off x="11814854" y="3233783"/>
            <a:ext cx="11753235" cy="1044731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6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67" name="Body Level One…"/>
          <p:cNvSpPr txBox="1"/>
          <p:nvPr>
            <p:ph type="body" sz="half" idx="1"/>
          </p:nvPr>
        </p:nvSpPr>
        <p:spPr>
          <a:xfrm>
            <a:off x="673100" y="3835400"/>
            <a:ext cx="11049000" cy="8864600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 txBox="1"/>
          <p:nvPr>
            <p:ph type="body" idx="1"/>
          </p:nvPr>
        </p:nvSpPr>
        <p:spPr>
          <a:xfrm>
            <a:off x="1435100" y="1066800"/>
            <a:ext cx="21501100" cy="11557000"/>
          </a:xfrm>
          <a:prstGeom prst="rect">
            <a:avLst/>
          </a:prstGeom>
        </p:spPr>
        <p:txBody>
          <a:bodyPr/>
          <a:lstStyle>
            <a:lvl1pPr marL="736600" indent="-736600">
              <a:lnSpc>
                <a:spcPct val="120000"/>
              </a:lnSpc>
              <a:spcBef>
                <a:spcPts val="6500"/>
              </a:spcBef>
              <a:defRPr sz="6400"/>
            </a:lvl1pPr>
            <a:lvl2pPr marL="1473200" indent="-736600">
              <a:lnSpc>
                <a:spcPct val="120000"/>
              </a:lnSpc>
              <a:spcBef>
                <a:spcPts val="6500"/>
              </a:spcBef>
              <a:defRPr sz="6400"/>
            </a:lvl2pPr>
            <a:lvl3pPr marL="2209800" indent="-736600">
              <a:lnSpc>
                <a:spcPct val="120000"/>
              </a:lnSpc>
              <a:spcBef>
                <a:spcPts val="6500"/>
              </a:spcBef>
              <a:defRPr sz="6400"/>
            </a:lvl3pPr>
            <a:lvl4pPr marL="2946400" indent="-736600">
              <a:lnSpc>
                <a:spcPct val="120000"/>
              </a:lnSpc>
              <a:spcBef>
                <a:spcPts val="6500"/>
              </a:spcBef>
              <a:defRPr sz="6400"/>
            </a:lvl4pPr>
            <a:lvl5pPr marL="3683000" indent="-736600">
              <a:lnSpc>
                <a:spcPct val="120000"/>
              </a:lnSpc>
              <a:spcBef>
                <a:spcPts val="6500"/>
              </a:spcBef>
              <a:defRPr sz="6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Close-up of Ducati motorcycle engine components"/>
          <p:cNvSpPr/>
          <p:nvPr>
            <p:ph type="pic" sz="half" idx="21"/>
          </p:nvPr>
        </p:nvSpPr>
        <p:spPr>
          <a:xfrm>
            <a:off x="12420509" y="5714207"/>
            <a:ext cx="11023601" cy="825500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4" name="Close-up of Ducati motorcycle gas cap"/>
          <p:cNvSpPr/>
          <p:nvPr>
            <p:ph type="pic" sz="half" idx="22"/>
          </p:nvPr>
        </p:nvSpPr>
        <p:spPr>
          <a:xfrm>
            <a:off x="12420600" y="-673100"/>
            <a:ext cx="11023600" cy="82550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5" name="Black and white photo of Ducati motorcycle engine components"/>
          <p:cNvSpPr/>
          <p:nvPr>
            <p:ph type="pic" idx="23"/>
          </p:nvPr>
        </p:nvSpPr>
        <p:spPr>
          <a:xfrm>
            <a:off x="-825499" y="-2108200"/>
            <a:ext cx="13804901" cy="1844321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Johnny Appleseed"/>
          <p:cNvSpPr txBox="1"/>
          <p:nvPr>
            <p:ph type="body" sz="quarter" idx="21"/>
          </p:nvPr>
        </p:nvSpPr>
        <p:spPr>
          <a:xfrm>
            <a:off x="2387600" y="8001000"/>
            <a:ext cx="19621500" cy="647700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800"/>
            </a:lvl1pPr>
          </a:lstStyle>
          <a:p>
            <a:pPr/>
            <a:r>
              <a:t>–Johnny Appleseed</a:t>
            </a:r>
          </a:p>
        </p:txBody>
      </p:sp>
      <p:sp>
        <p:nvSpPr>
          <p:cNvPr id="94" name="“Type a quote here.”"/>
          <p:cNvSpPr txBox="1"/>
          <p:nvPr>
            <p:ph type="body" sz="quarter" idx="22"/>
          </p:nvPr>
        </p:nvSpPr>
        <p:spPr>
          <a:xfrm>
            <a:off x="2374900" y="5892800"/>
            <a:ext cx="19621500" cy="8509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</a:lvl1pPr>
          </a:lstStyle>
          <a:p>
            <a:pPr/>
            <a:r>
              <a:t>“Type a quote here.”</a:t>
            </a:r>
          </a:p>
        </p:txBody>
      </p:sp>
      <p:sp>
        <p:nvSpPr>
          <p:cNvPr id="9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Front view of a red Ducati motorcycle against a black background"/>
          <p:cNvSpPr/>
          <p:nvPr>
            <p:ph type="pic" idx="21"/>
          </p:nvPr>
        </p:nvSpPr>
        <p:spPr>
          <a:xfrm>
            <a:off x="0" y="0"/>
            <a:ext cx="24384000" cy="137160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0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Line"/>
          <p:cNvSpPr/>
          <p:nvPr/>
        </p:nvSpPr>
        <p:spPr>
          <a:xfrm>
            <a:off x="635000" y="12192000"/>
            <a:ext cx="23114000" cy="0"/>
          </a:xfrm>
          <a:prstGeom prst="line">
            <a:avLst/>
          </a:prstGeom>
          <a:ln w="38100">
            <a:solidFill>
              <a:srgbClr val="BFF823"/>
            </a:solidFill>
            <a:miter lim="400000"/>
          </a:ln>
        </p:spPr>
        <p:txBody>
          <a:bodyPr lIns="50800" tIns="50800" rIns="50800" bIns="50800" anchor="ctr"/>
          <a:lstStyle/>
          <a:p>
            <a:pPr defTabSz="584200">
              <a:defRPr b="1" cap="all" spc="156" sz="2600">
                <a:solidFill>
                  <a:srgbClr val="FFFFFF"/>
                </a:solidFill>
                <a:latin typeface="Founders Grotesk Condensed"/>
                <a:ea typeface="Founders Grotesk Condensed"/>
                <a:cs typeface="Founders Grotesk Condensed"/>
                <a:sym typeface="Founders Grotesk Condensed"/>
              </a:defRPr>
            </a:pPr>
          </a:p>
        </p:txBody>
      </p:sp>
      <p:sp>
        <p:nvSpPr>
          <p:cNvPr id="118" name="Line"/>
          <p:cNvSpPr/>
          <p:nvPr/>
        </p:nvSpPr>
        <p:spPr>
          <a:xfrm>
            <a:off x="639142" y="692907"/>
            <a:ext cx="23114001" cy="1"/>
          </a:xfrm>
          <a:prstGeom prst="line">
            <a:avLst/>
          </a:prstGeom>
          <a:ln w="114300">
            <a:solidFill>
              <a:srgbClr val="BFF823"/>
            </a:solidFill>
            <a:miter lim="400000"/>
          </a:ln>
        </p:spPr>
        <p:txBody>
          <a:bodyPr lIns="0" tIns="0" rIns="0" bIns="0" anchor="ctr"/>
          <a:lstStyle/>
          <a:p>
            <a:pPr defTabSz="584200">
              <a:defRPr b="1" cap="all" spc="156" sz="2600">
                <a:solidFill>
                  <a:srgbClr val="FFFFFF"/>
                </a:solidFill>
                <a:latin typeface="Founders Grotesk Condensed"/>
                <a:ea typeface="Founders Grotesk Condensed"/>
                <a:cs typeface="Founders Grotesk Condensed"/>
                <a:sym typeface="Founders Grotesk Condensed"/>
              </a:defRPr>
            </a:pPr>
          </a:p>
        </p:txBody>
      </p:sp>
      <p:sp>
        <p:nvSpPr>
          <p:cNvPr id="119" name="Author and Date"/>
          <p:cNvSpPr txBox="1"/>
          <p:nvPr>
            <p:ph type="body" sz="quarter" idx="21" hasCustomPrompt="1"/>
          </p:nvPr>
        </p:nvSpPr>
        <p:spPr>
          <a:xfrm>
            <a:off x="571500" y="12269258"/>
            <a:ext cx="23241000" cy="555245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SzTx/>
              <a:buNone/>
              <a:defRPr b="1" cap="all" spc="168" sz="2800">
                <a:solidFill>
                  <a:srgbClr val="3B39E4"/>
                </a:solidFill>
                <a:latin typeface="Founders Grotesk Condensed"/>
                <a:ea typeface="Founders Grotesk Condensed"/>
                <a:cs typeface="Founders Grotesk Condensed"/>
                <a:sym typeface="Founders Grotesk Condensed"/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120" name="Body Level One…"/>
          <p:cNvSpPr txBox="1"/>
          <p:nvPr>
            <p:ph type="body" idx="1" hasCustomPrompt="1"/>
          </p:nvPr>
        </p:nvSpPr>
        <p:spPr>
          <a:xfrm>
            <a:off x="571500" y="3904441"/>
            <a:ext cx="23241000" cy="7697009"/>
          </a:xfrm>
          <a:prstGeom prst="rect">
            <a:avLst/>
          </a:prstGeom>
        </p:spPr>
        <p:txBody>
          <a:bodyPr anchor="t"/>
          <a:lstStyle>
            <a:lvl1pPr marL="457200" indent="-457200">
              <a:lnSpc>
                <a:spcPct val="80000"/>
              </a:lnSpc>
              <a:spcBef>
                <a:spcPts val="3600"/>
              </a:spcBef>
              <a:buClr>
                <a:srgbClr val="3B39E4"/>
              </a:buClr>
              <a:buSzPct val="100000"/>
              <a:defRPr spc="-42" sz="4200">
                <a:solidFill>
                  <a:srgbClr val="000000"/>
                </a:solidFill>
                <a:latin typeface="Founders Grotesk Text"/>
                <a:ea typeface="Founders Grotesk Text"/>
                <a:cs typeface="Founders Grotesk Text"/>
                <a:sym typeface="Founders Grotesk Text"/>
              </a:defRPr>
            </a:lvl1pPr>
            <a:lvl2pPr marL="914400" indent="-457200">
              <a:lnSpc>
                <a:spcPct val="80000"/>
              </a:lnSpc>
              <a:spcBef>
                <a:spcPts val="3600"/>
              </a:spcBef>
              <a:buClr>
                <a:srgbClr val="3B39E4"/>
              </a:buClr>
              <a:buSzPct val="100000"/>
              <a:defRPr spc="-42" sz="4200">
                <a:solidFill>
                  <a:srgbClr val="000000"/>
                </a:solidFill>
                <a:latin typeface="Founders Grotesk Text"/>
                <a:ea typeface="Founders Grotesk Text"/>
                <a:cs typeface="Founders Grotesk Text"/>
                <a:sym typeface="Founders Grotesk Text"/>
              </a:defRPr>
            </a:lvl2pPr>
            <a:lvl3pPr marL="1371600" indent="-457200">
              <a:lnSpc>
                <a:spcPct val="80000"/>
              </a:lnSpc>
              <a:spcBef>
                <a:spcPts val="3600"/>
              </a:spcBef>
              <a:buClr>
                <a:srgbClr val="3B39E4"/>
              </a:buClr>
              <a:buSzPct val="100000"/>
              <a:defRPr spc="-42" sz="4200">
                <a:solidFill>
                  <a:srgbClr val="000000"/>
                </a:solidFill>
                <a:latin typeface="Founders Grotesk Text"/>
                <a:ea typeface="Founders Grotesk Text"/>
                <a:cs typeface="Founders Grotesk Text"/>
                <a:sym typeface="Founders Grotesk Text"/>
              </a:defRPr>
            </a:lvl3pPr>
            <a:lvl4pPr marL="1828800" indent="-457200">
              <a:lnSpc>
                <a:spcPct val="80000"/>
              </a:lnSpc>
              <a:spcBef>
                <a:spcPts val="3600"/>
              </a:spcBef>
              <a:buClr>
                <a:srgbClr val="3B39E4"/>
              </a:buClr>
              <a:buSzPct val="100000"/>
              <a:defRPr spc="-42" sz="4200">
                <a:solidFill>
                  <a:srgbClr val="000000"/>
                </a:solidFill>
                <a:latin typeface="Founders Grotesk Text"/>
                <a:ea typeface="Founders Grotesk Text"/>
                <a:cs typeface="Founders Grotesk Text"/>
                <a:sym typeface="Founders Grotesk Text"/>
              </a:defRPr>
            </a:lvl4pPr>
            <a:lvl5pPr marL="2286000" indent="-457200">
              <a:lnSpc>
                <a:spcPct val="80000"/>
              </a:lnSpc>
              <a:spcBef>
                <a:spcPts val="3600"/>
              </a:spcBef>
              <a:buClr>
                <a:srgbClr val="3B39E4"/>
              </a:buClr>
              <a:buSzPct val="100000"/>
              <a:defRPr spc="-42" sz="4200">
                <a:solidFill>
                  <a:srgbClr val="000000"/>
                </a:solidFill>
                <a:latin typeface="Founders Grotesk Text"/>
                <a:ea typeface="Founders Grotesk Text"/>
                <a:cs typeface="Founders Grotesk Text"/>
                <a:sym typeface="Founders Grotesk Text"/>
              </a:defRPr>
            </a:lvl5pPr>
          </a:lstStyle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1" name="Slide Title"/>
          <p:cNvSpPr txBox="1"/>
          <p:nvPr>
            <p:ph type="title" hasCustomPrompt="1"/>
          </p:nvPr>
        </p:nvSpPr>
        <p:spPr>
          <a:xfrm>
            <a:off x="571500" y="652482"/>
            <a:ext cx="23241000" cy="1951018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60000"/>
              </a:lnSpc>
              <a:defRPr cap="none" spc="-239" sz="12000">
                <a:solidFill>
                  <a:srgbClr val="3B39E4"/>
                </a:solidFill>
                <a:latin typeface="Founders Grotesk Semibold"/>
                <a:ea typeface="Founders Grotesk Semibold"/>
                <a:cs typeface="Founders Grotesk Semibold"/>
                <a:sym typeface="Founders Grotesk Semibold"/>
              </a:defRPr>
            </a:lvl1pPr>
          </a:lstStyle>
          <a:p>
            <a:pPr/>
            <a:r>
              <a:t>Slide Title</a:t>
            </a:r>
          </a:p>
        </p:txBody>
      </p:sp>
      <p:sp>
        <p:nvSpPr>
          <p:cNvPr id="122" name="Slide Number"/>
          <p:cNvSpPr txBox="1"/>
          <p:nvPr>
            <p:ph type="sldNum" sz="quarter" idx="2"/>
          </p:nvPr>
        </p:nvSpPr>
        <p:spPr>
          <a:xfrm>
            <a:off x="23436122" y="12268199"/>
            <a:ext cx="371756" cy="555245"/>
          </a:xfrm>
          <a:prstGeom prst="rect">
            <a:avLst/>
          </a:prstGeom>
        </p:spPr>
        <p:txBody>
          <a:bodyPr/>
          <a:lstStyle>
            <a:lvl1pPr algn="r">
              <a:defRPr spc="28" sz="2800">
                <a:solidFill>
                  <a:srgbClr val="000000"/>
                </a:solidFill>
                <a:latin typeface="Founders Grotesk Condensed"/>
                <a:ea typeface="Founders Grotesk Condensed"/>
                <a:cs typeface="Founders Grotesk Condensed"/>
                <a:sym typeface="Founders Grotesk Condensed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Line"/>
          <p:cNvSpPr/>
          <p:nvPr/>
        </p:nvSpPr>
        <p:spPr>
          <a:xfrm>
            <a:off x="635000" y="12192000"/>
            <a:ext cx="23114000" cy="0"/>
          </a:xfrm>
          <a:prstGeom prst="line">
            <a:avLst/>
          </a:prstGeom>
          <a:ln w="38100">
            <a:solidFill>
              <a:srgbClr val="BFF823"/>
            </a:solidFill>
            <a:miter lim="400000"/>
          </a:ln>
        </p:spPr>
        <p:txBody>
          <a:bodyPr lIns="45718" tIns="45718" rIns="45718" bIns="45718"/>
          <a:lstStyle/>
          <a:p>
            <a:pPr defTabSz="584200">
              <a:spcBef>
                <a:spcPts val="2400"/>
              </a:spcBef>
              <a:tabLst>
                <a:tab pos="584200" algn="l"/>
              </a:tabLst>
              <a:defRPr spc="78" sz="2600">
                <a:solidFill>
                  <a:srgbClr val="3B39E4"/>
                </a:solidFill>
                <a:latin typeface="Founders Grotesk Semibold"/>
                <a:ea typeface="Founders Grotesk Semibold"/>
                <a:cs typeface="Founders Grotesk Semibold"/>
                <a:sym typeface="Founders Grotesk Semibold"/>
              </a:defRPr>
            </a:pPr>
          </a:p>
        </p:txBody>
      </p:sp>
      <p:sp>
        <p:nvSpPr>
          <p:cNvPr id="130" name="Line"/>
          <p:cNvSpPr/>
          <p:nvPr/>
        </p:nvSpPr>
        <p:spPr>
          <a:xfrm>
            <a:off x="639141" y="692907"/>
            <a:ext cx="23114004" cy="1"/>
          </a:xfrm>
          <a:prstGeom prst="line">
            <a:avLst/>
          </a:prstGeom>
          <a:ln w="114300">
            <a:solidFill>
              <a:srgbClr val="BFF823"/>
            </a:solidFill>
            <a:miter lim="400000"/>
          </a:ln>
        </p:spPr>
        <p:txBody>
          <a:bodyPr lIns="45718" tIns="45718" rIns="45718" bIns="45718"/>
          <a:lstStyle/>
          <a:p>
            <a:pPr defTabSz="584200">
              <a:spcBef>
                <a:spcPts val="2400"/>
              </a:spcBef>
              <a:tabLst>
                <a:tab pos="584200" algn="l"/>
              </a:tabLst>
              <a:defRPr spc="78" sz="2600">
                <a:solidFill>
                  <a:srgbClr val="3B39E4"/>
                </a:solidFill>
                <a:latin typeface="Founders Grotesk Semibold"/>
                <a:ea typeface="Founders Grotesk Semibold"/>
                <a:cs typeface="Founders Grotesk Semibold"/>
                <a:sym typeface="Founders Grotesk Semibold"/>
              </a:defRPr>
            </a:pPr>
          </a:p>
        </p:txBody>
      </p:sp>
      <p:sp>
        <p:nvSpPr>
          <p:cNvPr id="131" name="Body Level One…"/>
          <p:cNvSpPr txBox="1"/>
          <p:nvPr>
            <p:ph type="body" sz="quarter" idx="1" hasCustomPrompt="1"/>
          </p:nvPr>
        </p:nvSpPr>
        <p:spPr>
          <a:xfrm>
            <a:off x="571500" y="12269258"/>
            <a:ext cx="23241000" cy="555246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SzTx/>
              <a:buNone/>
              <a:defRPr b="1" cap="all" spc="168" sz="2800">
                <a:solidFill>
                  <a:srgbClr val="3B39E4"/>
                </a:solidFill>
                <a:latin typeface="Founders Grotesk Condensed"/>
                <a:ea typeface="Founders Grotesk Condensed"/>
                <a:cs typeface="Founders Grotesk Condensed"/>
                <a:sym typeface="Founders Grotesk Condensed"/>
              </a:defRPr>
            </a:lvl1pPr>
            <a:lvl2pPr marL="0" indent="0">
              <a:spcBef>
                <a:spcPts val="0"/>
              </a:spcBef>
              <a:buSzTx/>
              <a:buNone/>
              <a:defRPr b="1" cap="all" spc="168" sz="2800">
                <a:solidFill>
                  <a:srgbClr val="3B39E4"/>
                </a:solidFill>
                <a:latin typeface="Founders Grotesk Condensed"/>
                <a:ea typeface="Founders Grotesk Condensed"/>
                <a:cs typeface="Founders Grotesk Condensed"/>
                <a:sym typeface="Founders Grotesk Condensed"/>
              </a:defRPr>
            </a:lvl2pPr>
            <a:lvl3pPr marL="0" indent="0">
              <a:spcBef>
                <a:spcPts val="0"/>
              </a:spcBef>
              <a:buSzTx/>
              <a:buNone/>
              <a:defRPr b="1" cap="all" spc="168" sz="2800">
                <a:solidFill>
                  <a:srgbClr val="3B39E4"/>
                </a:solidFill>
                <a:latin typeface="Founders Grotesk Condensed"/>
                <a:ea typeface="Founders Grotesk Condensed"/>
                <a:cs typeface="Founders Grotesk Condensed"/>
                <a:sym typeface="Founders Grotesk Condensed"/>
              </a:defRPr>
            </a:lvl3pPr>
            <a:lvl4pPr marL="0" indent="0">
              <a:spcBef>
                <a:spcPts val="0"/>
              </a:spcBef>
              <a:buSzTx/>
              <a:buNone/>
              <a:defRPr b="1" cap="all" spc="168" sz="2800">
                <a:solidFill>
                  <a:srgbClr val="3B39E4"/>
                </a:solidFill>
                <a:latin typeface="Founders Grotesk Condensed"/>
                <a:ea typeface="Founders Grotesk Condensed"/>
                <a:cs typeface="Founders Grotesk Condensed"/>
                <a:sym typeface="Founders Grotesk Condensed"/>
              </a:defRPr>
            </a:lvl4pPr>
            <a:lvl5pPr marL="0" indent="0">
              <a:spcBef>
                <a:spcPts val="0"/>
              </a:spcBef>
              <a:buSzTx/>
              <a:buNone/>
              <a:defRPr b="1" cap="all" spc="168" sz="2800">
                <a:solidFill>
                  <a:srgbClr val="3B39E4"/>
                </a:solidFill>
                <a:latin typeface="Founders Grotesk Condensed"/>
                <a:ea typeface="Founders Grotesk Condensed"/>
                <a:cs typeface="Founders Grotesk Condensed"/>
                <a:sym typeface="Founders Grotesk Condensed"/>
              </a:defRPr>
            </a:lvl5pPr>
          </a:lstStyle>
          <a:p>
            <a:pPr/>
            <a:r>
              <a:t>Author and Date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2" name="Body Level One…"/>
          <p:cNvSpPr txBox="1"/>
          <p:nvPr>
            <p:ph type="body" idx="21" hasCustomPrompt="1"/>
          </p:nvPr>
        </p:nvSpPr>
        <p:spPr>
          <a:xfrm>
            <a:off x="571500" y="3904441"/>
            <a:ext cx="23241000" cy="7697009"/>
          </a:xfrm>
          <a:prstGeom prst="rect">
            <a:avLst/>
          </a:prstGeom>
        </p:spPr>
        <p:txBody>
          <a:bodyPr anchor="t"/>
          <a:lstStyle>
            <a:lvl1pPr marL="457200" indent="-457200">
              <a:lnSpc>
                <a:spcPct val="80000"/>
              </a:lnSpc>
              <a:spcBef>
                <a:spcPts val="3600"/>
              </a:spcBef>
              <a:buClr>
                <a:srgbClr val="3B39E4"/>
              </a:buClr>
              <a:buSzPct val="100000"/>
              <a:defRPr spc="-100" sz="4200">
                <a:solidFill>
                  <a:srgbClr val="000000"/>
                </a:solidFill>
                <a:latin typeface="Founders Grotesk Text"/>
                <a:ea typeface="Founders Grotesk Text"/>
                <a:cs typeface="Founders Grotesk Text"/>
                <a:sym typeface="Founders Grotesk Text"/>
              </a:defRPr>
            </a:lvl1pPr>
          </a:lstStyle>
          <a:p>
            <a:pPr/>
            <a:r>
              <a:t>Slide bullet text</a:t>
            </a:r>
          </a:p>
        </p:txBody>
      </p:sp>
      <p:sp>
        <p:nvSpPr>
          <p:cNvPr id="133" name="Slide Title"/>
          <p:cNvSpPr txBox="1"/>
          <p:nvPr>
            <p:ph type="title" hasCustomPrompt="1"/>
          </p:nvPr>
        </p:nvSpPr>
        <p:spPr>
          <a:xfrm>
            <a:off x="571500" y="652482"/>
            <a:ext cx="23241000" cy="1951018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60000"/>
              </a:lnSpc>
              <a:defRPr cap="none" spc="-239" sz="12000">
                <a:solidFill>
                  <a:srgbClr val="3B39E4"/>
                </a:solidFill>
                <a:latin typeface="Founders Grotesk Semibold"/>
                <a:ea typeface="Founders Grotesk Semibold"/>
                <a:cs typeface="Founders Grotesk Semibold"/>
                <a:sym typeface="Founders Grotesk Semibold"/>
              </a:defRPr>
            </a:lvl1pPr>
          </a:lstStyle>
          <a:p>
            <a:pPr/>
            <a:r>
              <a:t>Slide Title</a:t>
            </a:r>
          </a:p>
        </p:txBody>
      </p:sp>
      <p:sp>
        <p:nvSpPr>
          <p:cNvPr id="134" name="Slide Number"/>
          <p:cNvSpPr txBox="1"/>
          <p:nvPr>
            <p:ph type="sldNum" sz="quarter" idx="2"/>
          </p:nvPr>
        </p:nvSpPr>
        <p:spPr>
          <a:xfrm>
            <a:off x="23436122" y="12268200"/>
            <a:ext cx="371756" cy="555245"/>
          </a:xfrm>
          <a:prstGeom prst="rect">
            <a:avLst/>
          </a:prstGeom>
        </p:spPr>
        <p:txBody>
          <a:bodyPr/>
          <a:lstStyle>
            <a:lvl1pPr algn="r">
              <a:defRPr spc="28" sz="2800">
                <a:solidFill>
                  <a:srgbClr val="000000"/>
                </a:solidFill>
                <a:latin typeface="Founders Grotesk Condensed"/>
                <a:ea typeface="Founders Grotesk Condensed"/>
                <a:cs typeface="Founders Grotesk Condensed"/>
                <a:sym typeface="Founders Grotesk Condensed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14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73100" y="355600"/>
            <a:ext cx="23050500" cy="342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73100" y="3835400"/>
            <a:ext cx="23050500" cy="8864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976100" y="13081000"/>
            <a:ext cx="419100" cy="4572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>
              <a:defRPr sz="24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</p:sldLayoutIdLst>
  <p:transition xmlns:p14="http://schemas.microsoft.com/office/powerpoint/2010/main" spd="med" advClick="1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all" i="0" spc="0" strike="noStrike" sz="10000" u="none">
          <a:solidFill>
            <a:srgbClr val="535353"/>
          </a:solidFill>
          <a:uFillTx/>
          <a:latin typeface="+mn-lt"/>
          <a:ea typeface="+mn-ea"/>
          <a:cs typeface="+mn-cs"/>
          <a:sym typeface="Gill Sans Light"/>
        </a:defRPr>
      </a:lvl1pPr>
      <a:lvl2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all" i="0" spc="0" strike="noStrike" sz="10000" u="none">
          <a:solidFill>
            <a:srgbClr val="535353"/>
          </a:solidFill>
          <a:uFillTx/>
          <a:latin typeface="+mn-lt"/>
          <a:ea typeface="+mn-ea"/>
          <a:cs typeface="+mn-cs"/>
          <a:sym typeface="Gill Sans Light"/>
        </a:defRPr>
      </a:lvl2pPr>
      <a:lvl3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all" i="0" spc="0" strike="noStrike" sz="10000" u="none">
          <a:solidFill>
            <a:srgbClr val="535353"/>
          </a:solidFill>
          <a:uFillTx/>
          <a:latin typeface="+mn-lt"/>
          <a:ea typeface="+mn-ea"/>
          <a:cs typeface="+mn-cs"/>
          <a:sym typeface="Gill Sans Light"/>
        </a:defRPr>
      </a:lvl3pPr>
      <a:lvl4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all" i="0" spc="0" strike="noStrike" sz="10000" u="none">
          <a:solidFill>
            <a:srgbClr val="535353"/>
          </a:solidFill>
          <a:uFillTx/>
          <a:latin typeface="+mn-lt"/>
          <a:ea typeface="+mn-ea"/>
          <a:cs typeface="+mn-cs"/>
          <a:sym typeface="Gill Sans Light"/>
        </a:defRPr>
      </a:lvl4pPr>
      <a:lvl5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all" i="0" spc="0" strike="noStrike" sz="10000" u="none">
          <a:solidFill>
            <a:srgbClr val="535353"/>
          </a:solidFill>
          <a:uFillTx/>
          <a:latin typeface="+mn-lt"/>
          <a:ea typeface="+mn-ea"/>
          <a:cs typeface="+mn-cs"/>
          <a:sym typeface="Gill Sans Light"/>
        </a:defRPr>
      </a:lvl5pPr>
      <a:lvl6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all" i="0" spc="0" strike="noStrike" sz="10000" u="none">
          <a:solidFill>
            <a:srgbClr val="535353"/>
          </a:solidFill>
          <a:uFillTx/>
          <a:latin typeface="+mn-lt"/>
          <a:ea typeface="+mn-ea"/>
          <a:cs typeface="+mn-cs"/>
          <a:sym typeface="Gill Sans Light"/>
        </a:defRPr>
      </a:lvl6pPr>
      <a:lvl7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all" i="0" spc="0" strike="noStrike" sz="10000" u="none">
          <a:solidFill>
            <a:srgbClr val="535353"/>
          </a:solidFill>
          <a:uFillTx/>
          <a:latin typeface="+mn-lt"/>
          <a:ea typeface="+mn-ea"/>
          <a:cs typeface="+mn-cs"/>
          <a:sym typeface="Gill Sans Light"/>
        </a:defRPr>
      </a:lvl7pPr>
      <a:lvl8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all" i="0" spc="0" strike="noStrike" sz="10000" u="none">
          <a:solidFill>
            <a:srgbClr val="535353"/>
          </a:solidFill>
          <a:uFillTx/>
          <a:latin typeface="+mn-lt"/>
          <a:ea typeface="+mn-ea"/>
          <a:cs typeface="+mn-cs"/>
          <a:sym typeface="Gill Sans Light"/>
        </a:defRPr>
      </a:lvl8pPr>
      <a:lvl9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all" i="0" spc="0" strike="noStrike" sz="10000" u="none">
          <a:solidFill>
            <a:srgbClr val="535353"/>
          </a:solidFill>
          <a:uFillTx/>
          <a:latin typeface="+mn-lt"/>
          <a:ea typeface="+mn-ea"/>
          <a:cs typeface="+mn-cs"/>
          <a:sym typeface="Gill Sans Light"/>
        </a:defRPr>
      </a:lvl9pPr>
    </p:titleStyle>
    <p:bodyStyle>
      <a:lvl1pPr marL="584200" marR="0" indent="-584200" algn="l" defTabSz="825500" rtl="0" latinLnBrk="0">
        <a:lnSpc>
          <a:spcPct val="100000"/>
        </a:lnSpc>
        <a:spcBef>
          <a:spcPts val="5300"/>
        </a:spcBef>
        <a:spcAft>
          <a:spcPts val="0"/>
        </a:spcAft>
        <a:buClrTx/>
        <a:buSzPct val="82000"/>
        <a:buFontTx/>
        <a:buChar char="•"/>
        <a:tabLst/>
        <a:defRPr b="0" baseline="0" cap="none" i="0" spc="0" strike="noStrike" sz="5200" u="none">
          <a:solidFill>
            <a:srgbClr val="535353"/>
          </a:solidFill>
          <a:uFillTx/>
          <a:latin typeface="+mn-lt"/>
          <a:ea typeface="+mn-ea"/>
          <a:cs typeface="+mn-cs"/>
          <a:sym typeface="Gill Sans Light"/>
        </a:defRPr>
      </a:lvl1pPr>
      <a:lvl2pPr marL="1168400" marR="0" indent="-584200" algn="l" defTabSz="825500" rtl="0" latinLnBrk="0">
        <a:lnSpc>
          <a:spcPct val="100000"/>
        </a:lnSpc>
        <a:spcBef>
          <a:spcPts val="5300"/>
        </a:spcBef>
        <a:spcAft>
          <a:spcPts val="0"/>
        </a:spcAft>
        <a:buClrTx/>
        <a:buSzPct val="82000"/>
        <a:buFontTx/>
        <a:buChar char="•"/>
        <a:tabLst/>
        <a:defRPr b="0" baseline="0" cap="none" i="0" spc="0" strike="noStrike" sz="5200" u="none">
          <a:solidFill>
            <a:srgbClr val="535353"/>
          </a:solidFill>
          <a:uFillTx/>
          <a:latin typeface="+mn-lt"/>
          <a:ea typeface="+mn-ea"/>
          <a:cs typeface="+mn-cs"/>
          <a:sym typeface="Gill Sans Light"/>
        </a:defRPr>
      </a:lvl2pPr>
      <a:lvl3pPr marL="1752600" marR="0" indent="-584200" algn="l" defTabSz="825500" rtl="0" latinLnBrk="0">
        <a:lnSpc>
          <a:spcPct val="100000"/>
        </a:lnSpc>
        <a:spcBef>
          <a:spcPts val="5300"/>
        </a:spcBef>
        <a:spcAft>
          <a:spcPts val="0"/>
        </a:spcAft>
        <a:buClrTx/>
        <a:buSzPct val="82000"/>
        <a:buFontTx/>
        <a:buChar char="•"/>
        <a:tabLst/>
        <a:defRPr b="0" baseline="0" cap="none" i="0" spc="0" strike="noStrike" sz="5200" u="none">
          <a:solidFill>
            <a:srgbClr val="535353"/>
          </a:solidFill>
          <a:uFillTx/>
          <a:latin typeface="+mn-lt"/>
          <a:ea typeface="+mn-ea"/>
          <a:cs typeface="+mn-cs"/>
          <a:sym typeface="Gill Sans Light"/>
        </a:defRPr>
      </a:lvl3pPr>
      <a:lvl4pPr marL="2336800" marR="0" indent="-584200" algn="l" defTabSz="825500" rtl="0" latinLnBrk="0">
        <a:lnSpc>
          <a:spcPct val="100000"/>
        </a:lnSpc>
        <a:spcBef>
          <a:spcPts val="5300"/>
        </a:spcBef>
        <a:spcAft>
          <a:spcPts val="0"/>
        </a:spcAft>
        <a:buClrTx/>
        <a:buSzPct val="82000"/>
        <a:buFontTx/>
        <a:buChar char="•"/>
        <a:tabLst/>
        <a:defRPr b="0" baseline="0" cap="none" i="0" spc="0" strike="noStrike" sz="5200" u="none">
          <a:solidFill>
            <a:srgbClr val="535353"/>
          </a:solidFill>
          <a:uFillTx/>
          <a:latin typeface="+mn-lt"/>
          <a:ea typeface="+mn-ea"/>
          <a:cs typeface="+mn-cs"/>
          <a:sym typeface="Gill Sans Light"/>
        </a:defRPr>
      </a:lvl4pPr>
      <a:lvl5pPr marL="2921000" marR="0" indent="-584200" algn="l" defTabSz="825500" rtl="0" latinLnBrk="0">
        <a:lnSpc>
          <a:spcPct val="100000"/>
        </a:lnSpc>
        <a:spcBef>
          <a:spcPts val="5300"/>
        </a:spcBef>
        <a:spcAft>
          <a:spcPts val="0"/>
        </a:spcAft>
        <a:buClrTx/>
        <a:buSzPct val="82000"/>
        <a:buFontTx/>
        <a:buChar char="•"/>
        <a:tabLst/>
        <a:defRPr b="0" baseline="0" cap="none" i="0" spc="0" strike="noStrike" sz="5200" u="none">
          <a:solidFill>
            <a:srgbClr val="535353"/>
          </a:solidFill>
          <a:uFillTx/>
          <a:latin typeface="+mn-lt"/>
          <a:ea typeface="+mn-ea"/>
          <a:cs typeface="+mn-cs"/>
          <a:sym typeface="Gill Sans Light"/>
        </a:defRPr>
      </a:lvl5pPr>
      <a:lvl6pPr marL="3505200" marR="0" indent="-584200" algn="l" defTabSz="825500" rtl="0" latinLnBrk="0">
        <a:lnSpc>
          <a:spcPct val="100000"/>
        </a:lnSpc>
        <a:spcBef>
          <a:spcPts val="5300"/>
        </a:spcBef>
        <a:spcAft>
          <a:spcPts val="0"/>
        </a:spcAft>
        <a:buClrTx/>
        <a:buSzPct val="82000"/>
        <a:buFontTx/>
        <a:buChar char="•"/>
        <a:tabLst/>
        <a:defRPr b="0" baseline="0" cap="none" i="0" spc="0" strike="noStrike" sz="5200" u="none">
          <a:solidFill>
            <a:srgbClr val="535353"/>
          </a:solidFill>
          <a:uFillTx/>
          <a:latin typeface="+mn-lt"/>
          <a:ea typeface="+mn-ea"/>
          <a:cs typeface="+mn-cs"/>
          <a:sym typeface="Gill Sans Light"/>
        </a:defRPr>
      </a:lvl6pPr>
      <a:lvl7pPr marL="4089400" marR="0" indent="-584200" algn="l" defTabSz="825500" rtl="0" latinLnBrk="0">
        <a:lnSpc>
          <a:spcPct val="100000"/>
        </a:lnSpc>
        <a:spcBef>
          <a:spcPts val="5300"/>
        </a:spcBef>
        <a:spcAft>
          <a:spcPts val="0"/>
        </a:spcAft>
        <a:buClrTx/>
        <a:buSzPct val="82000"/>
        <a:buFontTx/>
        <a:buChar char="•"/>
        <a:tabLst/>
        <a:defRPr b="0" baseline="0" cap="none" i="0" spc="0" strike="noStrike" sz="5200" u="none">
          <a:solidFill>
            <a:srgbClr val="535353"/>
          </a:solidFill>
          <a:uFillTx/>
          <a:latin typeface="+mn-lt"/>
          <a:ea typeface="+mn-ea"/>
          <a:cs typeface="+mn-cs"/>
          <a:sym typeface="Gill Sans Light"/>
        </a:defRPr>
      </a:lvl7pPr>
      <a:lvl8pPr marL="4673600" marR="0" indent="-584200" algn="l" defTabSz="825500" rtl="0" latinLnBrk="0">
        <a:lnSpc>
          <a:spcPct val="100000"/>
        </a:lnSpc>
        <a:spcBef>
          <a:spcPts val="5300"/>
        </a:spcBef>
        <a:spcAft>
          <a:spcPts val="0"/>
        </a:spcAft>
        <a:buClrTx/>
        <a:buSzPct val="82000"/>
        <a:buFontTx/>
        <a:buChar char="•"/>
        <a:tabLst/>
        <a:defRPr b="0" baseline="0" cap="none" i="0" spc="0" strike="noStrike" sz="5200" u="none">
          <a:solidFill>
            <a:srgbClr val="535353"/>
          </a:solidFill>
          <a:uFillTx/>
          <a:latin typeface="+mn-lt"/>
          <a:ea typeface="+mn-ea"/>
          <a:cs typeface="+mn-cs"/>
          <a:sym typeface="Gill Sans Light"/>
        </a:defRPr>
      </a:lvl8pPr>
      <a:lvl9pPr marL="5257800" marR="0" indent="-584200" algn="l" defTabSz="825500" rtl="0" latinLnBrk="0">
        <a:lnSpc>
          <a:spcPct val="100000"/>
        </a:lnSpc>
        <a:spcBef>
          <a:spcPts val="5300"/>
        </a:spcBef>
        <a:spcAft>
          <a:spcPts val="0"/>
        </a:spcAft>
        <a:buClrTx/>
        <a:buSzPct val="82000"/>
        <a:buFontTx/>
        <a:buChar char="•"/>
        <a:tabLst/>
        <a:defRPr b="0" baseline="0" cap="none" i="0" spc="0" strike="noStrike" sz="5200" u="none">
          <a:solidFill>
            <a:srgbClr val="535353"/>
          </a:solidFill>
          <a:uFillTx/>
          <a:latin typeface="+mn-lt"/>
          <a:ea typeface="+mn-ea"/>
          <a:cs typeface="+mn-cs"/>
          <a:sym typeface="Gill Sans Light"/>
        </a:defRPr>
      </a:lvl9pPr>
    </p:bodyStyle>
    <p:otherStyle>
      <a:lvl1pPr marL="0" marR="0" indent="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Gill Sans Light"/>
        </a:defRPr>
      </a:lvl1pPr>
      <a:lvl2pPr marL="0" marR="0" indent="228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Gill Sans Light"/>
        </a:defRPr>
      </a:lvl2pPr>
      <a:lvl3pPr marL="0" marR="0" indent="457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Gill Sans Light"/>
        </a:defRPr>
      </a:lvl3pPr>
      <a:lvl4pPr marL="0" marR="0" indent="685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Gill Sans Light"/>
        </a:defRPr>
      </a:lvl4pPr>
      <a:lvl5pPr marL="0" marR="0" indent="9144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Gill Sans Light"/>
        </a:defRPr>
      </a:lvl5pPr>
      <a:lvl6pPr marL="0" marR="0" indent="11430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Gill Sans Light"/>
        </a:defRPr>
      </a:lvl6pPr>
      <a:lvl7pPr marL="0" marR="0" indent="1371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Gill Sans Light"/>
        </a:defRPr>
      </a:lvl7pPr>
      <a:lvl8pPr marL="0" marR="0" indent="1600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Gill Sans Light"/>
        </a:defRPr>
      </a:lvl8pPr>
      <a:lvl9pPr marL="0" marR="0" indent="1828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Gill Sans Light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e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hyperlink" Target="https://www.linkedin.com/in/rajesh-boppana-551147188/" TargetMode="External"/><Relationship Id="rId4" Type="http://schemas.openxmlformats.org/officeDocument/2006/relationships/image" Target="../media/image2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s://huggingface.co/spaces/rajeshboppana/EcoTourismBot" TargetMode="External"/><Relationship Id="rId3" Type="http://schemas.openxmlformats.org/officeDocument/2006/relationships/image" Target="../media/image3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Hands - ON…"/>
          <p:cNvSpPr txBox="1"/>
          <p:nvPr>
            <p:ph type="ctrTitle"/>
          </p:nvPr>
        </p:nvSpPr>
        <p:spPr>
          <a:xfrm>
            <a:off x="673100" y="2876550"/>
            <a:ext cx="23050500" cy="4559300"/>
          </a:xfrm>
          <a:prstGeom prst="rect">
            <a:avLst/>
          </a:prstGeom>
        </p:spPr>
        <p:txBody>
          <a:bodyPr/>
          <a:lstStyle/>
          <a:p>
            <a:pPr/>
            <a:r>
              <a:t>Hands - ON</a:t>
            </a:r>
          </a:p>
          <a:p>
            <a:pPr/>
            <a:r>
              <a:t>Rag BOT &amp; AgenTIC AI Workshop</a:t>
            </a:r>
          </a:p>
        </p:txBody>
      </p:sp>
      <p:sp>
        <p:nvSpPr>
          <p:cNvPr id="144" name="Double-click to edi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                 </a:t>
            </a:r>
          </a:p>
        </p:txBody>
      </p:sp>
      <p:sp>
        <p:nvSpPr>
          <p:cNvPr id="145" name="Build an EcoTourism RAG Chatbot + Agent Demo"/>
          <p:cNvSpPr txBox="1"/>
          <p:nvPr/>
        </p:nvSpPr>
        <p:spPr>
          <a:xfrm>
            <a:off x="10495917" y="8070849"/>
            <a:ext cx="11554375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 defTabSz="457200">
              <a:spcBef>
                <a:spcPts val="1200"/>
              </a:spcBef>
              <a:defRPr i="1" sz="42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Build an EcoTourism RAG Chatbot + Agent Demo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url_qrcodecreator.com_13_59_34.jpg" descr="url_qrcodecreator.com_13_59_34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121250" y="355600"/>
            <a:ext cx="13004801" cy="130048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Rajesh Boppana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Rajesh Boppana</a:t>
            </a:r>
          </a:p>
        </p:txBody>
      </p:sp>
      <p:sp>
        <p:nvSpPr>
          <p:cNvPr id="150" name="MicroChip - Solutions Architect - Edge AI, ML, Gen &amp; Agentic AI…"/>
          <p:cNvSpPr txBox="1"/>
          <p:nvPr/>
        </p:nvSpPr>
        <p:spPr>
          <a:xfrm>
            <a:off x="571500" y="3904441"/>
            <a:ext cx="23241000" cy="76970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marL="444722" indent="-444722" algn="l" defTabSz="759459">
              <a:lnSpc>
                <a:spcPct val="80000"/>
              </a:lnSpc>
              <a:spcBef>
                <a:spcPts val="3300"/>
              </a:spcBef>
              <a:buSzPct val="30000"/>
              <a:buBlip>
                <a:blip r:embed="rId2"/>
              </a:buBlip>
              <a:defRPr spc="-38" sz="3864">
                <a:solidFill>
                  <a:srgbClr val="000000"/>
                </a:solidFill>
                <a:latin typeface="Founders Grotesk Text"/>
                <a:ea typeface="Founders Grotesk Text"/>
                <a:cs typeface="Founders Grotesk Text"/>
                <a:sym typeface="Founders Grotesk Text"/>
              </a:defRPr>
            </a:pPr>
            <a:r>
              <a:t>MicroChip - Solutions Architect - Edge AI, ML, Gen &amp; Agentic AI</a:t>
            </a:r>
          </a:p>
          <a:p>
            <a:pPr marL="444722" indent="-444722" algn="l" defTabSz="759459">
              <a:lnSpc>
                <a:spcPct val="80000"/>
              </a:lnSpc>
              <a:spcBef>
                <a:spcPts val="3300"/>
              </a:spcBef>
              <a:buSzPct val="30000"/>
              <a:buBlip>
                <a:blip r:embed="rId2"/>
              </a:buBlip>
              <a:defRPr spc="-38" sz="3864">
                <a:solidFill>
                  <a:srgbClr val="000000"/>
                </a:solidFill>
                <a:latin typeface="Founders Grotesk Text"/>
                <a:ea typeface="Founders Grotesk Text"/>
                <a:cs typeface="Founders Grotesk Text"/>
                <a:sym typeface="Founders Grotesk Text"/>
              </a:defRPr>
            </a:pPr>
            <a:r>
              <a:t>Ex Solutions Architect @ JPMorgan Chase &amp; @StateFarm</a:t>
            </a:r>
          </a:p>
          <a:p>
            <a:pPr marL="444722" indent="-444722" algn="l" defTabSz="759459">
              <a:lnSpc>
                <a:spcPct val="80000"/>
              </a:lnSpc>
              <a:spcBef>
                <a:spcPts val="3300"/>
              </a:spcBef>
              <a:buSzPct val="30000"/>
              <a:buBlip>
                <a:blip r:embed="rId2"/>
              </a:buBlip>
              <a:defRPr spc="-38" sz="3864">
                <a:solidFill>
                  <a:srgbClr val="000000"/>
                </a:solidFill>
                <a:latin typeface="Founders Grotesk Text"/>
                <a:ea typeface="Founders Grotesk Text"/>
                <a:cs typeface="Founders Grotesk Text"/>
                <a:sym typeface="Founders Grotesk Text"/>
              </a:defRPr>
            </a:pPr>
            <a:r>
              <a:t>City Colleges of Chicago (Adjunct Professor)</a:t>
            </a:r>
          </a:p>
          <a:p>
            <a:pPr algn="l" defTabSz="759459">
              <a:lnSpc>
                <a:spcPct val="80000"/>
              </a:lnSpc>
              <a:spcBef>
                <a:spcPts val="3300"/>
              </a:spcBef>
              <a:defRPr b="1" spc="-38" sz="3864">
                <a:solidFill>
                  <a:srgbClr val="000000"/>
                </a:solidFill>
                <a:latin typeface="Founders Grotesk Text"/>
                <a:ea typeface="Founders Grotesk Text"/>
                <a:cs typeface="Founders Grotesk Text"/>
                <a:sym typeface="Founders Grotesk Text"/>
              </a:defRPr>
            </a:pPr>
            <a:r>
              <a:t>Education:</a:t>
            </a:r>
          </a:p>
          <a:p>
            <a:pPr marL="444722" indent="-444722" algn="l" defTabSz="759459">
              <a:lnSpc>
                <a:spcPct val="80000"/>
              </a:lnSpc>
              <a:spcBef>
                <a:spcPts val="3300"/>
              </a:spcBef>
              <a:buSzPct val="30000"/>
              <a:buBlip>
                <a:blip r:embed="rId2"/>
              </a:buBlip>
              <a:defRPr spc="-38" sz="3864">
                <a:solidFill>
                  <a:srgbClr val="000000"/>
                </a:solidFill>
                <a:latin typeface="Founders Grotesk Text"/>
                <a:ea typeface="Founders Grotesk Text"/>
                <a:cs typeface="Founders Grotesk Text"/>
                <a:sym typeface="Founders Grotesk Text"/>
              </a:defRPr>
            </a:pPr>
            <a:r>
              <a:t>MIT Executive education in AI &amp; Business Strategy(USA)</a:t>
            </a:r>
          </a:p>
          <a:p>
            <a:pPr marL="444722" indent="-444722" algn="l" defTabSz="759459">
              <a:lnSpc>
                <a:spcPct val="80000"/>
              </a:lnSpc>
              <a:spcBef>
                <a:spcPts val="3300"/>
              </a:spcBef>
              <a:buSzPct val="30000"/>
              <a:buBlip>
                <a:blip r:embed="rId2"/>
              </a:buBlip>
              <a:defRPr spc="-38" sz="3864">
                <a:solidFill>
                  <a:srgbClr val="000000"/>
                </a:solidFill>
                <a:latin typeface="Founders Grotesk Text"/>
                <a:ea typeface="Founders Grotesk Text"/>
                <a:cs typeface="Founders Grotesk Text"/>
                <a:sym typeface="Founders Grotesk Text"/>
              </a:defRPr>
            </a:pPr>
            <a:r>
              <a:t>Honored student in Master of computer Applications(India)</a:t>
            </a:r>
          </a:p>
          <a:p>
            <a:pPr algn="l" defTabSz="759459">
              <a:lnSpc>
                <a:spcPct val="80000"/>
              </a:lnSpc>
              <a:spcBef>
                <a:spcPts val="3300"/>
              </a:spcBef>
              <a:defRPr b="1" spc="-38" sz="3864">
                <a:solidFill>
                  <a:srgbClr val="000000"/>
                </a:solidFill>
                <a:latin typeface="Founders Grotesk Text"/>
                <a:ea typeface="Founders Grotesk Text"/>
                <a:cs typeface="Founders Grotesk Text"/>
                <a:sym typeface="Founders Grotesk Text"/>
              </a:defRPr>
            </a:pPr>
            <a:r>
              <a:t>Linkedin</a:t>
            </a:r>
          </a:p>
          <a:p>
            <a:pPr marL="444722" indent="-444722" algn="l" defTabSz="759459">
              <a:lnSpc>
                <a:spcPct val="80000"/>
              </a:lnSpc>
              <a:spcBef>
                <a:spcPts val="3300"/>
              </a:spcBef>
              <a:buSzPct val="30000"/>
              <a:buBlip>
                <a:blip r:embed="rId2"/>
              </a:buBlip>
              <a:defRPr b="1" spc="-38" sz="3864">
                <a:solidFill>
                  <a:srgbClr val="000000"/>
                </a:solidFill>
                <a:latin typeface="Founders Grotesk Text"/>
                <a:ea typeface="Founders Grotesk Text"/>
                <a:cs typeface="Founders Grotesk Text"/>
                <a:sym typeface="Founders Grotesk Text"/>
              </a:defRPr>
            </a:pPr>
            <a:r>
              <a:rPr u="sng">
                <a:hlinkClick r:id="rId3" invalidUrl="" action="" tgtFrame="" tooltip="" history="1" highlightClick="0" endSnd="0"/>
              </a:rPr>
              <a:t>https://www.linkedin.com/in/rajesh-boppana-551147188/</a:t>
            </a:r>
            <a:br/>
          </a:p>
        </p:txBody>
      </p:sp>
      <p:pic>
        <p:nvPicPr>
          <p:cNvPr id="151" name="Image" descr="Image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5876888" y="3567027"/>
            <a:ext cx="8371837" cy="837183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AG Demo"/>
          <p:cNvSpPr txBox="1"/>
          <p:nvPr>
            <p:ph type="title"/>
          </p:nvPr>
        </p:nvSpPr>
        <p:spPr>
          <a:xfrm>
            <a:off x="673100" y="355600"/>
            <a:ext cx="23050500" cy="1437344"/>
          </a:xfrm>
          <a:prstGeom prst="rect">
            <a:avLst/>
          </a:prstGeom>
        </p:spPr>
        <p:txBody>
          <a:bodyPr/>
          <a:lstStyle>
            <a:lvl1pPr defTabSz="759459">
              <a:defRPr sz="9200"/>
            </a:lvl1pPr>
          </a:lstStyle>
          <a:p>
            <a:pPr/>
            <a:r>
              <a:t>RAG Demo</a:t>
            </a:r>
          </a:p>
        </p:txBody>
      </p:sp>
      <p:sp>
        <p:nvSpPr>
          <p:cNvPr id="154" name="https://huggingface.co/spaces/rajeshboppana/EcoTourismBot…"/>
          <p:cNvSpPr txBox="1"/>
          <p:nvPr>
            <p:ph type="body" idx="1"/>
          </p:nvPr>
        </p:nvSpPr>
        <p:spPr>
          <a:xfrm>
            <a:off x="673100" y="1909416"/>
            <a:ext cx="23050500" cy="10790584"/>
          </a:xfrm>
          <a:prstGeom prst="rect">
            <a:avLst/>
          </a:prstGeom>
        </p:spPr>
        <p:txBody>
          <a:bodyPr/>
          <a:lstStyle/>
          <a:p>
            <a:pPr marL="0" indent="0" defTabSz="667512">
              <a:lnSpc>
                <a:spcPct val="100000"/>
              </a:lnSpc>
              <a:spcBef>
                <a:spcPts val="1000"/>
              </a:spcBef>
              <a:buSzTx/>
              <a:buNone/>
              <a:defRPr sz="467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  <a:p>
            <a:pPr marL="500634" indent="-500634" defTabSz="667512">
              <a:lnSpc>
                <a:spcPct val="100000"/>
              </a:lnSpc>
              <a:spcBef>
                <a:spcPts val="1000"/>
              </a:spcBef>
              <a:buSzPct val="100000"/>
              <a:buFont typeface="Arial"/>
              <a:defRPr sz="467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rPr u="sng">
                <a:hlinkClick r:id="rId2" invalidUrl="" action="" tgtFrame="" tooltip="" history="1" highlightClick="0" endSnd="0"/>
              </a:rPr>
              <a:t>https://huggingface.co/spaces/rajeshboppana/EcoTourismBot</a:t>
            </a:r>
            <a:r>
              <a:t> </a:t>
            </a:r>
          </a:p>
          <a:p>
            <a:pPr marL="500634" indent="-500634" defTabSz="667512">
              <a:lnSpc>
                <a:spcPct val="100000"/>
              </a:lnSpc>
              <a:spcBef>
                <a:spcPts val="1000"/>
              </a:spcBef>
              <a:buSzPct val="100000"/>
              <a:buFont typeface="Arial"/>
              <a:defRPr sz="467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What is the top tourist season with the most visitors?</a:t>
            </a:r>
          </a:p>
        </p:txBody>
      </p:sp>
      <p:pic>
        <p:nvPicPr>
          <p:cNvPr id="155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73100" y="1909416"/>
            <a:ext cx="15570200" cy="88138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What We Are Going to Do Today 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What We Are Going to Do Today ?</a:t>
            </a:r>
          </a:p>
        </p:txBody>
      </p:sp>
      <p:sp>
        <p:nvSpPr>
          <p:cNvPr id="158" name="Prepare Data…"/>
          <p:cNvSpPr txBox="1"/>
          <p:nvPr>
            <p:ph type="body" idx="1"/>
          </p:nvPr>
        </p:nvSpPr>
        <p:spPr>
          <a:prstGeom prst="rect">
            <a:avLst/>
          </a:prstGeom>
          <a:ln w="25400">
            <a:solidFill>
              <a:srgbClr val="808785"/>
            </a:solidFill>
          </a:ln>
        </p:spPr>
        <p:txBody>
          <a:bodyPr/>
          <a:lstStyle/>
          <a:p>
            <a:pPr lvl="1" marL="1335087" indent="-598487">
              <a:lnSpc>
                <a:spcPct val="100000"/>
              </a:lnSpc>
              <a:spcBef>
                <a:spcPts val="5300"/>
              </a:spcBef>
              <a:buSzPct val="30000"/>
              <a:buBlip>
                <a:blip r:embed="rId2"/>
              </a:buBlip>
              <a:defRPr sz="5200"/>
            </a:pPr>
            <a:r>
              <a:t>Prepare Data</a:t>
            </a:r>
          </a:p>
          <a:p>
            <a:pPr lvl="1" marL="1335087" indent="-598487">
              <a:lnSpc>
                <a:spcPct val="100000"/>
              </a:lnSpc>
              <a:spcBef>
                <a:spcPts val="5300"/>
              </a:spcBef>
              <a:buSzPct val="30000"/>
              <a:buBlip>
                <a:blip r:embed="rId2"/>
              </a:buBlip>
              <a:defRPr sz="5200"/>
            </a:pPr>
            <a:r>
              <a:t>Build Vector Store</a:t>
            </a:r>
          </a:p>
          <a:p>
            <a:pPr lvl="1" marL="1335087" indent="-598487">
              <a:lnSpc>
                <a:spcPct val="100000"/>
              </a:lnSpc>
              <a:spcBef>
                <a:spcPts val="5300"/>
              </a:spcBef>
              <a:buSzPct val="30000"/>
              <a:buBlip>
                <a:blip r:embed="rId2"/>
              </a:buBlip>
              <a:defRPr sz="5200"/>
            </a:pPr>
            <a:r>
              <a:t>Wire RAG Pipeline</a:t>
            </a:r>
          </a:p>
          <a:p>
            <a:pPr lvl="1" marL="1335087" indent="-598487">
              <a:lnSpc>
                <a:spcPct val="100000"/>
              </a:lnSpc>
              <a:spcBef>
                <a:spcPts val="5300"/>
              </a:spcBef>
              <a:buSzPct val="30000"/>
              <a:buBlip>
                <a:blip r:embed="rId2"/>
              </a:buBlip>
              <a:defRPr sz="5200"/>
            </a:pPr>
            <a:r>
              <a:t>Build Chatbot</a:t>
            </a:r>
          </a:p>
          <a:p>
            <a:pPr lvl="1" marL="1335087" indent="-598487">
              <a:lnSpc>
                <a:spcPct val="100000"/>
              </a:lnSpc>
              <a:spcBef>
                <a:spcPts val="5300"/>
              </a:spcBef>
              <a:buSzPct val="30000"/>
              <a:buBlip>
                <a:blip r:embed="rId2"/>
              </a:buBlip>
              <a:defRPr sz="5200"/>
            </a:pPr>
            <a:r>
              <a:t>Create UI</a:t>
            </a:r>
          </a:p>
          <a:p>
            <a:pPr lvl="1" marL="1335087" indent="-598487">
              <a:lnSpc>
                <a:spcPct val="100000"/>
              </a:lnSpc>
              <a:spcBef>
                <a:spcPts val="5300"/>
              </a:spcBef>
              <a:buSzPct val="30000"/>
              <a:buBlip>
                <a:blip r:embed="rId2"/>
              </a:buBlip>
              <a:defRPr sz="5200"/>
            </a:pPr>
            <a:r>
              <a:t>Test Queries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Why RaG is Importan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Why RaG is Important</a:t>
            </a:r>
          </a:p>
        </p:txBody>
      </p:sp>
      <p:sp>
        <p:nvSpPr>
          <p:cNvPr id="161" name="“RAG reduces hallucinations by grounding the LLM in real documents.”"/>
          <p:cNvSpPr txBox="1"/>
          <p:nvPr>
            <p:ph type="body" idx="1"/>
          </p:nvPr>
        </p:nvSpPr>
        <p:spPr>
          <a:prstGeom prst="rect">
            <a:avLst/>
          </a:prstGeom>
          <a:ln w="25400">
            <a:solidFill>
              <a:srgbClr val="808785"/>
            </a:solidFill>
          </a:ln>
        </p:spPr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 sz="5000"/>
            </a:pPr>
            <a:r>
              <a:t>    </a:t>
            </a:r>
          </a:p>
          <a:p>
            <a:pPr marL="0" indent="0" algn="ctr">
              <a:lnSpc>
                <a:spcPct val="100000"/>
              </a:lnSpc>
              <a:spcBef>
                <a:spcPts val="5300"/>
              </a:spcBef>
              <a:buSzTx/>
              <a:buNone/>
              <a:defRPr sz="5200"/>
            </a:pPr>
            <a:r>
              <a:t>“RAG reduces hallucinations by grounding the LLM in real documents.”</a:t>
            </a:r>
          </a:p>
          <a:p>
            <a:pPr marL="0" indent="0" defTabSz="457200">
              <a:lnSpc>
                <a:spcPct val="100000"/>
              </a:lnSpc>
              <a:spcBef>
                <a:spcPts val="0"/>
              </a:spcBef>
              <a:buSzTx/>
              <a:buNone/>
              <a:defRPr sz="12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 sz="5000"/>
            </a:pPr>
            <a:r>
              <a:t>     </a:t>
            </a:r>
          </a:p>
        </p:txBody>
      </p:sp>
      <p:pic>
        <p:nvPicPr>
          <p:cNvPr id="162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73100" y="3835400"/>
            <a:ext cx="8559800" cy="56769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Rag Architectur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Rag Architecture</a:t>
            </a:r>
          </a:p>
        </p:txBody>
      </p:sp>
      <p:pic>
        <p:nvPicPr>
          <p:cNvPr id="165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833540" y="3897684"/>
            <a:ext cx="14716878" cy="844652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Hands on Lab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Hands on Lab</a:t>
            </a:r>
          </a:p>
        </p:txBody>
      </p:sp>
      <p:sp>
        <p:nvSpPr>
          <p:cNvPr id="168" name="Double-click to edit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RAG Evaluat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RAG Evaluation</a:t>
            </a:r>
          </a:p>
        </p:txBody>
      </p:sp>
      <p:sp>
        <p:nvSpPr>
          <p:cNvPr id="171" name="Text"/>
          <p:cNvSpPr txBox="1"/>
          <p:nvPr/>
        </p:nvSpPr>
        <p:spPr>
          <a:xfrm>
            <a:off x="5290483" y="5203546"/>
            <a:ext cx="1431799" cy="6555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584200">
              <a:spcBef>
                <a:spcPts val="2400"/>
              </a:spcBef>
              <a:tabLst>
                <a:tab pos="584200" algn="l"/>
              </a:tabLst>
              <a:defRPr spc="114" sz="3800">
                <a:solidFill>
                  <a:srgbClr val="000034"/>
                </a:solidFill>
                <a:latin typeface="Founders Grotesk"/>
                <a:ea typeface="Founders Grotesk"/>
                <a:cs typeface="Founders Grotesk"/>
                <a:sym typeface="Founders Grotesk"/>
              </a:defRPr>
            </a:lvl1pPr>
          </a:lstStyle>
          <a:p>
            <a:pPr/>
            <a:r>
              <a:t>             </a:t>
            </a:r>
          </a:p>
        </p:txBody>
      </p:sp>
      <p:sp>
        <p:nvSpPr>
          <p:cNvPr id="172" name="Helpfulness…"/>
          <p:cNvSpPr txBox="1"/>
          <p:nvPr/>
        </p:nvSpPr>
        <p:spPr>
          <a:xfrm>
            <a:off x="2157402" y="3685082"/>
            <a:ext cx="10246123" cy="7703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736600" indent="-736600" algn="l">
              <a:lnSpc>
                <a:spcPct val="120000"/>
              </a:lnSpc>
              <a:spcBef>
                <a:spcPts val="6500"/>
              </a:spcBef>
              <a:buSzPct val="30000"/>
              <a:buBlip>
                <a:blip r:embed="rId2"/>
              </a:buBlip>
              <a:defRPr sz="6400"/>
            </a:pPr>
            <a:r>
              <a:t>He</a:t>
            </a:r>
            <a:r>
              <a:rPr sz="4900">
                <a:latin typeface="Helvetica Neue"/>
                <a:ea typeface="Helvetica Neue"/>
                <a:cs typeface="Helvetica Neue"/>
                <a:sym typeface="Helvetica Neue"/>
              </a:rPr>
              <a:t>lpfulness</a:t>
            </a:r>
            <a:endParaRPr sz="49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736600" indent="-736600" algn="l">
              <a:lnSpc>
                <a:spcPct val="120000"/>
              </a:lnSpc>
              <a:spcBef>
                <a:spcPts val="6500"/>
              </a:spcBef>
              <a:buSzPct val="30000"/>
              <a:buBlip>
                <a:blip r:embed="rId2"/>
              </a:buBlip>
              <a:defRPr sz="6400"/>
            </a:pPr>
            <a:r>
              <a:t>Completeness</a:t>
            </a:r>
          </a:p>
          <a:p>
            <a:pPr marL="736600" indent="-736600" algn="l">
              <a:lnSpc>
                <a:spcPct val="120000"/>
              </a:lnSpc>
              <a:spcBef>
                <a:spcPts val="6500"/>
              </a:spcBef>
              <a:buSzPct val="30000"/>
              <a:buBlip>
                <a:blip r:embed="rId2"/>
              </a:buBlip>
              <a:defRPr sz="6400"/>
            </a:pPr>
            <a:r>
              <a:t>Correctness</a:t>
            </a:r>
          </a:p>
          <a:p>
            <a:pPr marL="736600" indent="-736600" algn="l">
              <a:lnSpc>
                <a:spcPct val="120000"/>
              </a:lnSpc>
              <a:spcBef>
                <a:spcPts val="6500"/>
              </a:spcBef>
              <a:buSzPct val="30000"/>
              <a:buBlip>
                <a:blip r:embed="rId2"/>
              </a:buBlip>
              <a:defRPr sz="6400"/>
            </a:pPr>
            <a:r>
              <a:t>Harmfulness (Responsible AI)</a:t>
            </a:r>
          </a:p>
        </p:txBody>
      </p:sp>
      <p:pic>
        <p:nvPicPr>
          <p:cNvPr id="173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571990" y="5539225"/>
            <a:ext cx="8191501" cy="16764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How to Secure a RAG / OWASP"/>
          <p:cNvSpPr txBox="1"/>
          <p:nvPr>
            <p:ph type="title"/>
          </p:nvPr>
        </p:nvSpPr>
        <p:spPr>
          <a:xfrm>
            <a:off x="960229" y="-220038"/>
            <a:ext cx="23050501" cy="3429001"/>
          </a:xfrm>
          <a:prstGeom prst="rect">
            <a:avLst/>
          </a:prstGeom>
        </p:spPr>
        <p:txBody>
          <a:bodyPr/>
          <a:lstStyle/>
          <a:p>
            <a:pPr/>
            <a:r>
              <a:t>How to Secure a RAG / OWASP </a:t>
            </a:r>
          </a:p>
        </p:txBody>
      </p:sp>
      <p:pic>
        <p:nvPicPr>
          <p:cNvPr id="176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5073" y="3016836"/>
            <a:ext cx="16909535" cy="9222371"/>
          </a:xfrm>
          <a:prstGeom prst="rect">
            <a:avLst/>
          </a:prstGeom>
          <a:ln w="12700">
            <a:miter lim="400000"/>
          </a:ln>
        </p:spPr>
      </p:pic>
      <p:sp>
        <p:nvSpPr>
          <p:cNvPr id="177" name="Prompt Injection…"/>
          <p:cNvSpPr txBox="1"/>
          <p:nvPr/>
        </p:nvSpPr>
        <p:spPr>
          <a:xfrm>
            <a:off x="17275787" y="3983121"/>
            <a:ext cx="6790796" cy="7289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>
              <a:spcBef>
                <a:spcPts val="5300"/>
              </a:spcBef>
              <a:defRPr sz="5200"/>
            </a:pPr>
            <a:r>
              <a:t>Prompt Injection</a:t>
            </a:r>
          </a:p>
          <a:p>
            <a:pPr algn="l">
              <a:spcBef>
                <a:spcPts val="5300"/>
              </a:spcBef>
              <a:defRPr sz="5200"/>
            </a:pPr>
            <a:r>
              <a:t>Data Poisoning</a:t>
            </a:r>
          </a:p>
          <a:p>
            <a:pPr algn="l">
              <a:spcBef>
                <a:spcPts val="5300"/>
              </a:spcBef>
              <a:defRPr sz="5200"/>
            </a:pPr>
            <a:r>
              <a:t>Unauthorized Retrieval</a:t>
            </a:r>
          </a:p>
          <a:p>
            <a:pPr algn="l">
              <a:spcBef>
                <a:spcPts val="5300"/>
              </a:spcBef>
              <a:defRPr sz="5200"/>
            </a:pPr>
            <a:r>
              <a:t>Logging sensitive user data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Questions"/>
          <p:cNvSpPr txBox="1"/>
          <p:nvPr>
            <p:ph type="title"/>
          </p:nvPr>
        </p:nvSpPr>
        <p:spPr>
          <a:xfrm>
            <a:off x="666750" y="5143500"/>
            <a:ext cx="23050500" cy="3429000"/>
          </a:xfrm>
          <a:prstGeom prst="rect">
            <a:avLst/>
          </a:prstGeom>
        </p:spPr>
        <p:txBody>
          <a:bodyPr/>
          <a:lstStyle/>
          <a:p>
            <a:pPr/>
            <a:r>
              <a:t>Questions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Agentic AI Demo"/>
          <p:cNvSpPr txBox="1"/>
          <p:nvPr>
            <p:ph type="title"/>
          </p:nvPr>
        </p:nvSpPr>
        <p:spPr>
          <a:xfrm>
            <a:off x="666750" y="-451089"/>
            <a:ext cx="23050500" cy="3429001"/>
          </a:xfrm>
          <a:prstGeom prst="rect">
            <a:avLst/>
          </a:prstGeom>
        </p:spPr>
        <p:txBody>
          <a:bodyPr/>
          <a:lstStyle/>
          <a:p>
            <a:pPr/>
            <a:r>
              <a:t>Agentic AI Demo</a:t>
            </a:r>
          </a:p>
        </p:txBody>
      </p:sp>
      <p:sp>
        <p:nvSpPr>
          <p:cNvPr id="182" name="Double-click to edit"/>
          <p:cNvSpPr txBox="1"/>
          <p:nvPr>
            <p:ph type="body" idx="1"/>
          </p:nvPr>
        </p:nvSpPr>
        <p:spPr>
          <a:xfrm>
            <a:off x="1748948" y="2425700"/>
            <a:ext cx="23050501" cy="8864600"/>
          </a:xfrm>
          <a:prstGeom prst="rect">
            <a:avLst/>
          </a:prstGeom>
        </p:spPr>
        <p:txBody>
          <a:bodyPr/>
          <a:lstStyle/>
          <a:p>
            <a:pPr marL="0" indent="0" defTabSz="530351">
              <a:lnSpc>
                <a:spcPct val="100000"/>
              </a:lnSpc>
              <a:spcBef>
                <a:spcPts val="800"/>
              </a:spcBef>
              <a:buSzTx/>
              <a:buNone/>
              <a:defRPr sz="371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  <a:p>
            <a:pPr marL="0" indent="0" defTabSz="530351">
              <a:lnSpc>
                <a:spcPct val="100000"/>
              </a:lnSpc>
              <a:spcBef>
                <a:spcPts val="800"/>
              </a:spcBef>
              <a:buSzTx/>
              <a:buNone/>
              <a:defRPr sz="371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183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48948" y="2425700"/>
            <a:ext cx="20407679" cy="4430827"/>
          </a:xfrm>
          <a:prstGeom prst="rect">
            <a:avLst/>
          </a:prstGeom>
          <a:ln w="12700">
            <a:miter lim="400000"/>
          </a:ln>
        </p:spPr>
      </p:pic>
      <p:pic>
        <p:nvPicPr>
          <p:cNvPr id="184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748948" y="2425700"/>
            <a:ext cx="19809522" cy="388173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Why we need an Agen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Why we need an Agent</a:t>
            </a:r>
          </a:p>
        </p:txBody>
      </p:sp>
      <p:sp>
        <p:nvSpPr>
          <p:cNvPr id="187" name="Take Actions(Book an appointment, Book a flight etc)…"/>
          <p:cNvSpPr txBox="1"/>
          <p:nvPr>
            <p:ph type="body" idx="1"/>
          </p:nvPr>
        </p:nvSpPr>
        <p:spPr>
          <a:xfrm>
            <a:off x="878598" y="3035930"/>
            <a:ext cx="23050501" cy="8864601"/>
          </a:xfrm>
          <a:prstGeom prst="rect">
            <a:avLst/>
          </a:prstGeom>
        </p:spPr>
        <p:txBody>
          <a:bodyPr/>
          <a:lstStyle/>
          <a:p>
            <a:pPr lvl="2">
              <a:buClr>
                <a:srgbClr val="535353"/>
              </a:buClr>
            </a:pPr>
            <a:r>
              <a:t>Take Actions(Book an appointment, Book a flight etc)</a:t>
            </a:r>
          </a:p>
          <a:p>
            <a:pPr lvl="2">
              <a:buClr>
                <a:srgbClr val="535353"/>
              </a:buClr>
            </a:pPr>
            <a:r>
              <a:t>Make Decisions(Choose the best route)</a:t>
            </a:r>
          </a:p>
          <a:p>
            <a:pPr lvl="2">
              <a:buClr>
                <a:srgbClr val="535353"/>
              </a:buClr>
            </a:pPr>
            <a:r>
              <a:t>Interact with the real world.(“Book a table at an Italian restaurant near me after 7 PM.”)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AGent architectur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AGent architecture</a:t>
            </a:r>
          </a:p>
        </p:txBody>
      </p:sp>
      <p:pic>
        <p:nvPicPr>
          <p:cNvPr id="190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506658" y="3938067"/>
            <a:ext cx="12666479" cy="8659266"/>
          </a:xfrm>
          <a:prstGeom prst="rect">
            <a:avLst/>
          </a:prstGeom>
          <a:ln w="12700">
            <a:miter lim="400000"/>
          </a:ln>
        </p:spPr>
      </p:pic>
      <p:sp>
        <p:nvSpPr>
          <p:cNvPr id="191" name="Planner…"/>
          <p:cNvSpPr txBox="1"/>
          <p:nvPr/>
        </p:nvSpPr>
        <p:spPr>
          <a:xfrm>
            <a:off x="17579965" y="-36165"/>
            <a:ext cx="2969023" cy="12913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6500"/>
              </a:spcBef>
              <a:defRPr sz="6400"/>
            </a:pPr>
          </a:p>
          <a:p>
            <a:pPr algn="l">
              <a:lnSpc>
                <a:spcPct val="120000"/>
              </a:lnSpc>
              <a:spcBef>
                <a:spcPts val="6500"/>
              </a:spcBef>
              <a:defRPr sz="6400"/>
            </a:pPr>
          </a:p>
          <a:p>
            <a:pPr algn="l">
              <a:lnSpc>
                <a:spcPct val="120000"/>
              </a:lnSpc>
              <a:spcBef>
                <a:spcPts val="6500"/>
              </a:spcBef>
              <a:defRPr sz="6400"/>
            </a:pPr>
            <a:r>
              <a:t>Planner</a:t>
            </a:r>
          </a:p>
          <a:p>
            <a:pPr algn="l">
              <a:lnSpc>
                <a:spcPct val="120000"/>
              </a:lnSpc>
              <a:spcBef>
                <a:spcPts val="6500"/>
              </a:spcBef>
              <a:defRPr sz="6400"/>
            </a:pPr>
            <a:r>
              <a:t>Tools</a:t>
            </a:r>
          </a:p>
          <a:p>
            <a:pPr algn="l">
              <a:lnSpc>
                <a:spcPct val="120000"/>
              </a:lnSpc>
              <a:spcBef>
                <a:spcPts val="6500"/>
              </a:spcBef>
              <a:defRPr sz="6400"/>
            </a:pPr>
            <a:r>
              <a:t>Memory</a:t>
            </a:r>
          </a:p>
          <a:p>
            <a:pPr algn="l">
              <a:lnSpc>
                <a:spcPct val="120000"/>
              </a:lnSpc>
              <a:spcBef>
                <a:spcPts val="6500"/>
              </a:spcBef>
              <a:defRPr sz="6400"/>
            </a:pPr>
            <a:r>
              <a:t>LLM</a:t>
            </a:r>
          </a:p>
          <a:p>
            <a:pPr algn="l">
              <a:lnSpc>
                <a:spcPct val="120000"/>
              </a:lnSpc>
              <a:spcBef>
                <a:spcPts val="6500"/>
              </a:spcBef>
              <a:defRPr sz="6400"/>
            </a:pPr>
            <a:r>
              <a:t>Executor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Various Types of Tools that agent can Connec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Various Types of Tools that agent can Connect</a:t>
            </a:r>
          </a:p>
        </p:txBody>
      </p:sp>
      <p:pic>
        <p:nvPicPr>
          <p:cNvPr id="194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5468" y="3666378"/>
            <a:ext cx="15092636" cy="9666662"/>
          </a:xfrm>
          <a:prstGeom prst="rect">
            <a:avLst/>
          </a:prstGeom>
          <a:ln w="12700">
            <a:miter lim="400000"/>
          </a:ln>
        </p:spPr>
      </p:pic>
      <p:sp>
        <p:nvSpPr>
          <p:cNvPr id="195" name="Organize tools by category:…"/>
          <p:cNvSpPr txBox="1"/>
          <p:nvPr/>
        </p:nvSpPr>
        <p:spPr>
          <a:xfrm>
            <a:off x="16311483" y="4518258"/>
            <a:ext cx="7270032" cy="796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spcBef>
                <a:spcPts val="5300"/>
              </a:spcBef>
              <a:defRPr sz="5200"/>
            </a:pPr>
            <a:r>
              <a:t>Organize tools by category:</a:t>
            </a:r>
          </a:p>
          <a:p>
            <a:pPr marL="1515533" indent="-1375833" algn="l">
              <a:spcBef>
                <a:spcPts val="5300"/>
              </a:spcBef>
              <a:buClr>
                <a:srgbClr val="535353"/>
              </a:buClr>
              <a:buSzPct val="82000"/>
              <a:buFont typeface="Times Roman"/>
              <a:buChar char="•"/>
              <a:defRPr sz="5200"/>
            </a:pPr>
            <a:r>
              <a:t>Search</a:t>
            </a:r>
          </a:p>
          <a:p>
            <a:pPr marL="1515533" indent="-1375833" algn="l">
              <a:spcBef>
                <a:spcPts val="5300"/>
              </a:spcBef>
              <a:buClr>
                <a:srgbClr val="535353"/>
              </a:buClr>
              <a:buSzPct val="82000"/>
              <a:buFont typeface="Times Roman"/>
              <a:buChar char="•"/>
              <a:defRPr sz="5200"/>
            </a:pPr>
            <a:r>
              <a:t>Database</a:t>
            </a:r>
          </a:p>
          <a:p>
            <a:pPr marL="1515533" indent="-1375833" algn="l">
              <a:spcBef>
                <a:spcPts val="5300"/>
              </a:spcBef>
              <a:buClr>
                <a:srgbClr val="535353"/>
              </a:buClr>
              <a:buSzPct val="82000"/>
              <a:buFont typeface="Times Roman"/>
              <a:buChar char="•"/>
              <a:defRPr sz="5200"/>
            </a:pPr>
            <a:r>
              <a:t>API</a:t>
            </a:r>
          </a:p>
          <a:p>
            <a:pPr marL="1515533" indent="-1375833" algn="l">
              <a:spcBef>
                <a:spcPts val="5300"/>
              </a:spcBef>
              <a:buClr>
                <a:srgbClr val="535353"/>
              </a:buClr>
              <a:buSzPct val="82000"/>
              <a:buFont typeface="Times Roman"/>
              <a:buChar char="•"/>
              <a:defRPr sz="5200"/>
            </a:pPr>
            <a:r>
              <a:t>Utility functions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Hands on Lab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Hands on Lab</a:t>
            </a:r>
          </a:p>
        </p:txBody>
      </p:sp>
      <p:sp>
        <p:nvSpPr>
          <p:cNvPr id="198" name="Double-click to edit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Questions"/>
          <p:cNvSpPr txBox="1"/>
          <p:nvPr>
            <p:ph type="title"/>
          </p:nvPr>
        </p:nvSpPr>
        <p:spPr>
          <a:xfrm>
            <a:off x="666750" y="5143500"/>
            <a:ext cx="23050500" cy="3429000"/>
          </a:xfrm>
          <a:prstGeom prst="rect">
            <a:avLst/>
          </a:prstGeom>
        </p:spPr>
        <p:txBody>
          <a:bodyPr/>
          <a:lstStyle/>
          <a:p>
            <a:pPr/>
            <a:r>
              <a:t>Questions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Showroom">
  <a:themeElements>
    <a:clrScheme name="Showroom">
      <a:dk1>
        <a:srgbClr val="535353"/>
      </a:dk1>
      <a:lt1>
        <a:srgbClr val="340053"/>
      </a:lt1>
      <a:dk2>
        <a:srgbClr val="5A5F5E"/>
      </a:dk2>
      <a:lt2>
        <a:srgbClr val="B4B4B4"/>
      </a:lt2>
      <a:accent1>
        <a:srgbClr val="78AAB3"/>
      </a:accent1>
      <a:accent2>
        <a:srgbClr val="9A9671"/>
      </a:accent2>
      <a:accent3>
        <a:srgbClr val="D9971A"/>
      </a:accent3>
      <a:accent4>
        <a:srgbClr val="D7620E"/>
      </a:accent4>
      <a:accent5>
        <a:srgbClr val="A61702"/>
      </a:accent5>
      <a:accent6>
        <a:srgbClr val="606B7E"/>
      </a:accent6>
      <a:hlink>
        <a:srgbClr val="0000FF"/>
      </a:hlink>
      <a:folHlink>
        <a:srgbClr val="FF00FF"/>
      </a:folHlink>
    </a:clrScheme>
    <a:fontScheme name="Showroom">
      <a:majorFont>
        <a:latin typeface="Gill Sans Light"/>
        <a:ea typeface="Gill Sans Light"/>
        <a:cs typeface="Gill Sans Light"/>
      </a:majorFont>
      <a:minorFont>
        <a:latin typeface="Gill Sans Light"/>
        <a:ea typeface="Gill Sans Light"/>
        <a:cs typeface="Gill Sans Light"/>
      </a:minorFont>
    </a:fontScheme>
    <a:fmtScheme name="Showroo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808785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50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Gill Sans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5A5F5E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5000" u="none" kumimoji="0" normalizeH="0">
            <a:ln>
              <a:noFill/>
            </a:ln>
            <a:solidFill>
              <a:srgbClr val="535353"/>
            </a:solidFill>
            <a:effectLst/>
            <a:uFillTx/>
            <a:latin typeface="+mn-lt"/>
            <a:ea typeface="+mn-ea"/>
            <a:cs typeface="+mn-cs"/>
            <a:sym typeface="Gill Sans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Showroom">
  <a:themeElements>
    <a:clrScheme name="Showroom">
      <a:dk1>
        <a:srgbClr val="000000"/>
      </a:dk1>
      <a:lt1>
        <a:srgbClr val="FFFFFF"/>
      </a:lt1>
      <a:dk2>
        <a:srgbClr val="5A5F5E"/>
      </a:dk2>
      <a:lt2>
        <a:srgbClr val="B4B4B4"/>
      </a:lt2>
      <a:accent1>
        <a:srgbClr val="78AAB3"/>
      </a:accent1>
      <a:accent2>
        <a:srgbClr val="9A9671"/>
      </a:accent2>
      <a:accent3>
        <a:srgbClr val="D9971A"/>
      </a:accent3>
      <a:accent4>
        <a:srgbClr val="D7620E"/>
      </a:accent4>
      <a:accent5>
        <a:srgbClr val="A61702"/>
      </a:accent5>
      <a:accent6>
        <a:srgbClr val="606B7E"/>
      </a:accent6>
      <a:hlink>
        <a:srgbClr val="0000FF"/>
      </a:hlink>
      <a:folHlink>
        <a:srgbClr val="FF00FF"/>
      </a:folHlink>
    </a:clrScheme>
    <a:fontScheme name="Showroom">
      <a:majorFont>
        <a:latin typeface="Gill Sans Light"/>
        <a:ea typeface="Gill Sans Light"/>
        <a:cs typeface="Gill Sans Light"/>
      </a:majorFont>
      <a:minorFont>
        <a:latin typeface="Gill Sans Light"/>
        <a:ea typeface="Gill Sans Light"/>
        <a:cs typeface="Gill Sans Light"/>
      </a:minorFont>
    </a:fontScheme>
    <a:fmtScheme name="Showroo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808785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50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Gill Sans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5A5F5E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5000" u="none" kumimoji="0" normalizeH="0">
            <a:ln>
              <a:noFill/>
            </a:ln>
            <a:solidFill>
              <a:srgbClr val="535353"/>
            </a:solidFill>
            <a:effectLst/>
            <a:uFillTx/>
            <a:latin typeface="+mn-lt"/>
            <a:ea typeface="+mn-ea"/>
            <a:cs typeface="+mn-cs"/>
            <a:sym typeface="Gill Sans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